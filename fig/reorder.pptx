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0"/>
    <p:restoredTop sz="94626"/>
  </p:normalViewPr>
  <p:slideViewPr>
    <p:cSldViewPr snapToGrid="0">
      <p:cViewPr>
        <p:scale>
          <a:sx n="131" d="100"/>
          <a:sy n="131" d="100"/>
        </p:scale>
        <p:origin x="-760" y="-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1D5629-B141-4AF3-58B4-A96742810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826828-FD83-0265-2420-1DF0109EA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467F52-8364-17A1-D0FD-285DE67DB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6E15-D4DC-E445-ADE0-FDBD21AE7E44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A498C4-F1DE-B98B-16E8-BC5FCD1E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A38333-57C1-AC60-4241-2F70DEE3D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6ADE-65B7-EE42-B77F-D75037E928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9310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FCCFB-F333-08B4-AC5E-E89C9D433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80C036-7B5E-F8A5-9D17-D85D5491A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E14721-93E2-7252-FB79-E0CA3817B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6E15-D4DC-E445-ADE0-FDBD21AE7E44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AE9C25-22E9-747A-9D77-5DD3DA4B5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CA9C09-B861-5CEA-5F54-5046B101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6ADE-65B7-EE42-B77F-D75037E928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3786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2DFBA1-9601-FE7A-AB00-04536B598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206B14-EDDA-DF27-3DF5-C679F0350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1ABDCF-1F4B-5833-78FF-34F9CBB3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6E15-D4DC-E445-ADE0-FDBD21AE7E44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F23779-F4BC-9C08-3EE3-B9F534CC5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1E9E01-CE66-C9A8-57DA-BB544E96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6ADE-65B7-EE42-B77F-D75037E928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0780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4FE60-EDA8-9EC7-1858-75F460418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3A64CD-F3FF-0933-37A8-D85ACA76D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EC2760-F1C4-031F-A9E8-9AD3DBC0E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FC8645-C80E-E85F-0456-0522C4837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6E15-D4DC-E445-ADE0-FDBD21AE7E44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46C2BE-0901-723B-CA99-7B0182A2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2EDC36-A0E9-D28A-959D-0DBEB3E82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6ADE-65B7-EE42-B77F-D75037E928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1734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7AE89-2303-CCE8-659A-F28D16539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8C054D-31E7-61D5-6F6E-CEF679DB1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794BC5-46E4-BA96-511A-81AA33976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4DEC02-0614-8B2C-C995-253611CE9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084809F-F6D1-3EA6-48E2-366852256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C84B422-FBCE-7348-6BF0-796C899E4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6E15-D4DC-E445-ADE0-FDBD21AE7E44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934200-40E2-1C83-C4A7-1FA960100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EE25A7-AC01-8A61-7B6A-C947FF41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6ADE-65B7-EE42-B77F-D75037E928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1378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3CAEF-551A-180B-653C-DA0FF28C6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5C214F-1FA8-40F4-8A93-51AA22AD4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6E15-D4DC-E445-ADE0-FDBD21AE7E44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865FAF-CD29-5F25-6810-48CF9A413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841F45-6158-CE46-B3A4-C271B25B1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6ADE-65B7-EE42-B77F-D75037E928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949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69B0F6-9DC2-FA3B-1B3A-475A8142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6E15-D4DC-E445-ADE0-FDBD21AE7E44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36EE6E-A6A4-53F5-3C33-12A3935BF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5AE99B-224A-A296-87AE-DD152E56C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6ADE-65B7-EE42-B77F-D75037E928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3150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C14462-D034-E7FC-4D20-F05EFFEC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F7F776-4341-9788-0D1B-79C62C02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9810E3-D210-60F0-A4F5-12B72BA58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E929E7-7254-D3C3-049D-1F0C091A7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6E15-D4DC-E445-ADE0-FDBD21AE7E44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BC434B-2722-D447-4AE9-CA371B85D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520151-E7B1-4A9B-A77C-BAA3CD413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6ADE-65B7-EE42-B77F-D75037E928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5053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337AF-0A60-5FDF-AF39-97F9752A4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AFEA42-D079-E342-04E8-2E33D55C8C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A84318-5C7A-4E51-F69E-8A0A332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E0313F-C594-6C9A-E9CA-6028F8CF2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6E15-D4DC-E445-ADE0-FDBD21AE7E44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38DC07-F199-8831-A000-101A98E07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FFE988-9D08-5218-8504-667BF02C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6ADE-65B7-EE42-B77F-D75037E928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9161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E80EA-37DF-693F-1921-E583BDCD4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2E5875-DBE8-D131-CE1B-32E49D468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9B5413-5DB6-87AA-35C1-76DA077A8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6E15-D4DC-E445-ADE0-FDBD21AE7E44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39A805-731B-E5DC-E031-52DDCD171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47CC91-CAE1-6D3A-9354-A54ABC8F8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6ADE-65B7-EE42-B77F-D75037E928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478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A79CA1-40E6-84CE-ED41-2BDB097B45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C7B0CC-358E-A21A-40BD-BC5F4DEC5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4ADE29-FC5F-8863-A03F-71E5AED81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6E15-D4DC-E445-ADE0-FDBD21AE7E44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9E2C52-90C6-C032-58FC-E57A323D6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0F3BA5-E958-6EB4-583A-6C32E22C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26ADE-65B7-EE42-B77F-D75037E928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950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BD92D33-A1AA-08B3-7207-C908C5EB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76E8EE-73B3-FF51-9FB0-404A1ABC8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94B0C3-B625-F531-423D-359973791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6E15-D4DC-E445-ADE0-FDBD21AE7E44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DB4F4F-31E0-CAF6-2C7B-99EB83620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B25991-E858-1A32-796A-93B3AFA47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26ADE-65B7-EE42-B77F-D75037E928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069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>
            <a:extLst>
              <a:ext uri="{FF2B5EF4-FFF2-40B4-BE49-F238E27FC236}">
                <a16:creationId xmlns:a16="http://schemas.microsoft.com/office/drawing/2014/main" id="{4E23EC24-0EE3-BB36-F5E2-66D1934AA259}"/>
              </a:ext>
            </a:extLst>
          </p:cNvPr>
          <p:cNvSpPr/>
          <p:nvPr/>
        </p:nvSpPr>
        <p:spPr>
          <a:xfrm>
            <a:off x="1949948" y="2092055"/>
            <a:ext cx="7401025" cy="343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64BA3BA-3B7F-9AC5-803B-CDA6067CFBE1}"/>
              </a:ext>
            </a:extLst>
          </p:cNvPr>
          <p:cNvSpPr txBox="1"/>
          <p:nvPr/>
        </p:nvSpPr>
        <p:spPr>
          <a:xfrm>
            <a:off x="4628133" y="4211404"/>
            <a:ext cx="2664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IMPRESS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9DA968-E4B7-927B-9D90-649577375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198" y="3574529"/>
            <a:ext cx="467137" cy="358517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6E8007ED-6F4A-1A12-3B5F-3304E605340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358218" y="3574528"/>
            <a:ext cx="468000" cy="358517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D2FECDB-7B48-8856-B533-5D5FD5D0D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572" y="3582994"/>
            <a:ext cx="467137" cy="358517"/>
          </a:xfrm>
          <a:prstGeom prst="rect">
            <a:avLst/>
          </a:prstGeom>
        </p:spPr>
      </p:pic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49E32240-7476-6466-355D-7A7AFF016522}"/>
              </a:ext>
            </a:extLst>
          </p:cNvPr>
          <p:cNvCxnSpPr>
            <a:cxnSpLocks/>
          </p:cNvCxnSpPr>
          <p:nvPr/>
        </p:nvCxnSpPr>
        <p:spPr>
          <a:xfrm flipV="1">
            <a:off x="2063966" y="3406654"/>
            <a:ext cx="7176410" cy="2234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BA3A21F0-42DB-4CB0-408A-4AE0A91C36AA}"/>
              </a:ext>
            </a:extLst>
          </p:cNvPr>
          <p:cNvSpPr txBox="1"/>
          <p:nvPr/>
        </p:nvSpPr>
        <p:spPr>
          <a:xfrm flipH="1">
            <a:off x="1906653" y="3424309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Disk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9A2D14A-293D-D364-D6C3-A5AB0710A37D}"/>
              </a:ext>
            </a:extLst>
          </p:cNvPr>
          <p:cNvSpPr txBox="1"/>
          <p:nvPr/>
        </p:nvSpPr>
        <p:spPr>
          <a:xfrm flipH="1">
            <a:off x="1893253" y="3096505"/>
            <a:ext cx="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482D7B6F-BFF5-BCCD-F604-59881428C195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4990286" y="3576644"/>
            <a:ext cx="467137" cy="356400"/>
          </a:xfrm>
          <a:prstGeom prst="rect">
            <a:avLst/>
          </a:prstGeom>
        </p:spPr>
      </p:pic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9E1528E6-288A-137A-D421-AA27F2C09BD9}"/>
              </a:ext>
            </a:extLst>
          </p:cNvPr>
          <p:cNvCxnSpPr>
            <a:cxnSpLocks/>
          </p:cNvCxnSpPr>
          <p:nvPr/>
        </p:nvCxnSpPr>
        <p:spPr>
          <a:xfrm flipV="1">
            <a:off x="4660884" y="2656839"/>
            <a:ext cx="0" cy="159820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3" name="图片 72">
            <a:extLst>
              <a:ext uri="{FF2B5EF4-FFF2-40B4-BE49-F238E27FC236}">
                <a16:creationId xmlns:a16="http://schemas.microsoft.com/office/drawing/2014/main" id="{8FEE5DA9-14BD-314F-DBD4-0A72E433406B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 flipV="1">
            <a:off x="5726439" y="3574527"/>
            <a:ext cx="468000" cy="35640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81BAAC3E-45BC-8F06-CE47-E17FEFA25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085" y="3565556"/>
            <a:ext cx="467137" cy="358517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A4F4F41E-9C3E-4F0B-0907-2B6F5D3FD5FB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7324094" y="3561717"/>
            <a:ext cx="467137" cy="356400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1FFD2953-4CFC-4102-24A7-2153B14A2CF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8034847" y="3555409"/>
            <a:ext cx="468000" cy="358517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3FA6ED09-E8FB-2C52-974F-D2C2593FCD28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 flipV="1">
            <a:off x="8763394" y="3551882"/>
            <a:ext cx="468000" cy="356400"/>
          </a:xfrm>
          <a:prstGeom prst="rect">
            <a:avLst/>
          </a:prstGeom>
        </p:spPr>
      </p:pic>
      <p:sp>
        <p:nvSpPr>
          <p:cNvPr id="78" name="文本框 77">
            <a:extLst>
              <a:ext uri="{FF2B5EF4-FFF2-40B4-BE49-F238E27FC236}">
                <a16:creationId xmlns:a16="http://schemas.microsoft.com/office/drawing/2014/main" id="{A7851177-D111-E38C-1B09-48EF8F6440DA}"/>
              </a:ext>
            </a:extLst>
          </p:cNvPr>
          <p:cNvSpPr txBox="1"/>
          <p:nvPr/>
        </p:nvSpPr>
        <p:spPr>
          <a:xfrm>
            <a:off x="2130199" y="4205318"/>
            <a:ext cx="2664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w/o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recordering</a:t>
            </a:r>
            <a:endParaRPr kumimoji="1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1B48C556-D603-0CF0-5C50-BC3929F8B835}"/>
              </a:ext>
            </a:extLst>
          </p:cNvPr>
          <p:cNvSpPr txBox="1"/>
          <p:nvPr/>
        </p:nvSpPr>
        <p:spPr>
          <a:xfrm>
            <a:off x="6686386" y="4205318"/>
            <a:ext cx="2664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HyperInfer</a:t>
            </a:r>
            <a:endParaRPr kumimoji="1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0C527F9B-AB68-6D6B-2855-07E9D21B8613}"/>
              </a:ext>
            </a:extLst>
          </p:cNvPr>
          <p:cNvSpPr txBox="1"/>
          <p:nvPr/>
        </p:nvSpPr>
        <p:spPr>
          <a:xfrm>
            <a:off x="3083795" y="3467708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9E1C091-5FA4-C811-2D26-9E870295FF8E}"/>
              </a:ext>
            </a:extLst>
          </p:cNvPr>
          <p:cNvSpPr txBox="1"/>
          <p:nvPr/>
        </p:nvSpPr>
        <p:spPr>
          <a:xfrm>
            <a:off x="2355302" y="3473685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6BF723E5-C2B3-4B15-FB0C-9BCE0AB1764A}"/>
              </a:ext>
            </a:extLst>
          </p:cNvPr>
          <p:cNvSpPr txBox="1"/>
          <p:nvPr/>
        </p:nvSpPr>
        <p:spPr>
          <a:xfrm>
            <a:off x="3828955" y="3467708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t5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821149EC-DB3F-2B79-4E83-3C75E4CF7D69}"/>
              </a:ext>
            </a:extLst>
          </p:cNvPr>
          <p:cNvSpPr txBox="1"/>
          <p:nvPr/>
        </p:nvSpPr>
        <p:spPr>
          <a:xfrm>
            <a:off x="4727874" y="3473685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32EA008B-53F0-9F82-7D16-1E4BF7687DE2}"/>
              </a:ext>
            </a:extLst>
          </p:cNvPr>
          <p:cNvSpPr txBox="1"/>
          <p:nvPr/>
        </p:nvSpPr>
        <p:spPr>
          <a:xfrm>
            <a:off x="5459046" y="3477440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E1760F81-F894-99BE-FD67-F55084CBF72B}"/>
              </a:ext>
            </a:extLst>
          </p:cNvPr>
          <p:cNvSpPr txBox="1"/>
          <p:nvPr/>
        </p:nvSpPr>
        <p:spPr>
          <a:xfrm>
            <a:off x="6178566" y="3460339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t5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4BB0655-8D99-D4A3-8C56-A353722C7455}"/>
              </a:ext>
            </a:extLst>
          </p:cNvPr>
          <p:cNvSpPr txBox="1"/>
          <p:nvPr/>
        </p:nvSpPr>
        <p:spPr>
          <a:xfrm>
            <a:off x="7056685" y="3460338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64D0344-6D03-8A07-8A7A-F5F95D0B629B}"/>
              </a:ext>
            </a:extLst>
          </p:cNvPr>
          <p:cNvSpPr txBox="1"/>
          <p:nvPr/>
        </p:nvSpPr>
        <p:spPr>
          <a:xfrm>
            <a:off x="7771274" y="3467708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5A620830-0BB6-956C-DB61-7446357D68F6}"/>
              </a:ext>
            </a:extLst>
          </p:cNvPr>
          <p:cNvSpPr txBox="1"/>
          <p:nvPr/>
        </p:nvSpPr>
        <p:spPr>
          <a:xfrm>
            <a:off x="8485863" y="3477439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</a:p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t5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BFBD197-13C9-DFB5-8DBE-7A62D14AA6C0}"/>
              </a:ext>
            </a:extLst>
          </p:cNvPr>
          <p:cNvSpPr txBox="1"/>
          <p:nvPr/>
        </p:nvSpPr>
        <p:spPr>
          <a:xfrm>
            <a:off x="2299263" y="3945287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4BC45B4A-6526-8DF6-B4FB-DC90773420A7}"/>
              </a:ext>
            </a:extLst>
          </p:cNvPr>
          <p:cNvSpPr txBox="1"/>
          <p:nvPr/>
        </p:nvSpPr>
        <p:spPr>
          <a:xfrm>
            <a:off x="3100462" y="3941114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644076D-EB71-7A46-E2D7-D37D03B76E95}"/>
              </a:ext>
            </a:extLst>
          </p:cNvPr>
          <p:cNvSpPr txBox="1"/>
          <p:nvPr/>
        </p:nvSpPr>
        <p:spPr>
          <a:xfrm>
            <a:off x="3826127" y="3945287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16CCA4D2-6711-3C3B-7058-4D741823A78D}"/>
              </a:ext>
            </a:extLst>
          </p:cNvPr>
          <p:cNvSpPr txBox="1"/>
          <p:nvPr/>
        </p:nvSpPr>
        <p:spPr>
          <a:xfrm>
            <a:off x="4697858" y="3944530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9C9B35F6-4F0A-4C66-D68B-33D0807571A1}"/>
              </a:ext>
            </a:extLst>
          </p:cNvPr>
          <p:cNvSpPr txBox="1"/>
          <p:nvPr/>
        </p:nvSpPr>
        <p:spPr>
          <a:xfrm>
            <a:off x="5466399" y="3940357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7D050E5-2645-C137-5FAE-2C234C53416D}"/>
              </a:ext>
            </a:extLst>
          </p:cNvPr>
          <p:cNvSpPr txBox="1"/>
          <p:nvPr/>
        </p:nvSpPr>
        <p:spPr>
          <a:xfrm>
            <a:off x="6202950" y="3944530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5005D3F5-3490-0340-DD3B-FBB91888F549}"/>
              </a:ext>
            </a:extLst>
          </p:cNvPr>
          <p:cNvSpPr txBox="1"/>
          <p:nvPr/>
        </p:nvSpPr>
        <p:spPr>
          <a:xfrm>
            <a:off x="7065834" y="3962266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E2ADCA9-5BC2-A7F6-448C-748B959D8D88}"/>
              </a:ext>
            </a:extLst>
          </p:cNvPr>
          <p:cNvSpPr txBox="1"/>
          <p:nvPr/>
        </p:nvSpPr>
        <p:spPr>
          <a:xfrm>
            <a:off x="7845261" y="3958093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6C80F67-B783-D44C-F271-4B298661C2AD}"/>
              </a:ext>
            </a:extLst>
          </p:cNvPr>
          <p:cNvSpPr txBox="1"/>
          <p:nvPr/>
        </p:nvSpPr>
        <p:spPr>
          <a:xfrm>
            <a:off x="8570926" y="3962266"/>
            <a:ext cx="8595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chunk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E24CD9CF-7B5A-53D6-058A-2064E35AD4A4}"/>
              </a:ext>
            </a:extLst>
          </p:cNvPr>
          <p:cNvSpPr txBox="1"/>
          <p:nvPr/>
        </p:nvSpPr>
        <p:spPr>
          <a:xfrm>
            <a:off x="1906653" y="2101641"/>
            <a:ext cx="209493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keys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{t0,</a:t>
            </a:r>
            <a:r>
              <a:rPr kumimoji="1" lang="zh-CN" alt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t3, t4}</a:t>
            </a:r>
          </a:p>
        </p:txBody>
      </p: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4B3A6525-AFC8-6027-F51A-2926D1578730}"/>
              </a:ext>
            </a:extLst>
          </p:cNvPr>
          <p:cNvCxnSpPr>
            <a:cxnSpLocks/>
          </p:cNvCxnSpPr>
          <p:nvPr/>
        </p:nvCxnSpPr>
        <p:spPr>
          <a:xfrm flipV="1">
            <a:off x="2851766" y="3114994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0" name="图片 99">
            <a:extLst>
              <a:ext uri="{FF2B5EF4-FFF2-40B4-BE49-F238E27FC236}">
                <a16:creationId xmlns:a16="http://schemas.microsoft.com/office/drawing/2014/main" id="{66BF6BA1-386C-0E07-4D85-CE5198AAD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165" y="2735901"/>
            <a:ext cx="467137" cy="358517"/>
          </a:xfrm>
          <a:prstGeom prst="rect">
            <a:avLst/>
          </a:prstGeom>
        </p:spPr>
      </p:pic>
      <p:sp>
        <p:nvSpPr>
          <p:cNvPr id="101" name="文本框 100">
            <a:extLst>
              <a:ext uri="{FF2B5EF4-FFF2-40B4-BE49-F238E27FC236}">
                <a16:creationId xmlns:a16="http://schemas.microsoft.com/office/drawing/2014/main" id="{5D5AA6F9-92C8-6616-1276-12385AE81E21}"/>
              </a:ext>
            </a:extLst>
          </p:cNvPr>
          <p:cNvSpPr txBox="1"/>
          <p:nvPr/>
        </p:nvSpPr>
        <p:spPr>
          <a:xfrm>
            <a:off x="2307435" y="2657259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endParaRPr kumimoji="1"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" name="图片 101">
            <a:extLst>
              <a:ext uri="{FF2B5EF4-FFF2-40B4-BE49-F238E27FC236}">
                <a16:creationId xmlns:a16="http://schemas.microsoft.com/office/drawing/2014/main" id="{1B23F257-BAF2-7B25-319C-3F82FB977D2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358218" y="2736049"/>
            <a:ext cx="468000" cy="358517"/>
          </a:xfrm>
          <a:prstGeom prst="rect">
            <a:avLst/>
          </a:prstGeom>
        </p:spPr>
      </p:pic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728F9EF7-0585-EF18-6A29-6E01ECFA5CC8}"/>
              </a:ext>
            </a:extLst>
          </p:cNvPr>
          <p:cNvCxnSpPr>
            <a:cxnSpLocks/>
          </p:cNvCxnSpPr>
          <p:nvPr/>
        </p:nvCxnSpPr>
        <p:spPr>
          <a:xfrm flipV="1">
            <a:off x="3566915" y="3114994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6647BE16-A00B-575A-A618-B8C90C232951}"/>
              </a:ext>
            </a:extLst>
          </p:cNvPr>
          <p:cNvSpPr txBox="1"/>
          <p:nvPr/>
        </p:nvSpPr>
        <p:spPr>
          <a:xfrm>
            <a:off x="3068868" y="2574180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  <p:pic>
        <p:nvPicPr>
          <p:cNvPr id="105" name="图片 104">
            <a:extLst>
              <a:ext uri="{FF2B5EF4-FFF2-40B4-BE49-F238E27FC236}">
                <a16:creationId xmlns:a16="http://schemas.microsoft.com/office/drawing/2014/main" id="{E09979A4-111B-9F4E-4217-F65D88863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572" y="2745435"/>
            <a:ext cx="467137" cy="358517"/>
          </a:xfrm>
          <a:prstGeom prst="rect">
            <a:avLst/>
          </a:prstGeom>
        </p:spPr>
      </p:pic>
      <p:cxnSp>
        <p:nvCxnSpPr>
          <p:cNvPr id="106" name="直线箭头连接符 105">
            <a:extLst>
              <a:ext uri="{FF2B5EF4-FFF2-40B4-BE49-F238E27FC236}">
                <a16:creationId xmlns:a16="http://schemas.microsoft.com/office/drawing/2014/main" id="{E341964B-619C-9F5A-A919-BD9F1E33C14B}"/>
              </a:ext>
            </a:extLst>
          </p:cNvPr>
          <p:cNvCxnSpPr>
            <a:cxnSpLocks/>
          </p:cNvCxnSpPr>
          <p:nvPr/>
        </p:nvCxnSpPr>
        <p:spPr>
          <a:xfrm flipV="1">
            <a:off x="4341140" y="3114994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026FB225-D8FF-35EE-AC24-44AEBAC2692D}"/>
              </a:ext>
            </a:extLst>
          </p:cNvPr>
          <p:cNvSpPr txBox="1"/>
          <p:nvPr/>
        </p:nvSpPr>
        <p:spPr>
          <a:xfrm>
            <a:off x="3807996" y="2657259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</a:p>
          <a:p>
            <a:endParaRPr kumimoji="1"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2C1BF431-4493-9CCE-F6E8-9E826897A3AD}"/>
              </a:ext>
            </a:extLst>
          </p:cNvPr>
          <p:cNvCxnSpPr>
            <a:cxnSpLocks/>
          </p:cNvCxnSpPr>
          <p:nvPr/>
        </p:nvCxnSpPr>
        <p:spPr>
          <a:xfrm flipV="1">
            <a:off x="5223854" y="3103952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9" name="图片 108">
            <a:extLst>
              <a:ext uri="{FF2B5EF4-FFF2-40B4-BE49-F238E27FC236}">
                <a16:creationId xmlns:a16="http://schemas.microsoft.com/office/drawing/2014/main" id="{2AF56429-0F1E-DBA9-363E-A214FF346CE7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4977813" y="2750252"/>
            <a:ext cx="467137" cy="356400"/>
          </a:xfrm>
          <a:prstGeom prst="rect">
            <a:avLst/>
          </a:prstGeom>
        </p:spPr>
      </p:pic>
      <p:sp>
        <p:nvSpPr>
          <p:cNvPr id="110" name="文本框 109">
            <a:extLst>
              <a:ext uri="{FF2B5EF4-FFF2-40B4-BE49-F238E27FC236}">
                <a16:creationId xmlns:a16="http://schemas.microsoft.com/office/drawing/2014/main" id="{74AA0F87-D2B0-9213-25FE-DC462F880189}"/>
              </a:ext>
            </a:extLst>
          </p:cNvPr>
          <p:cNvSpPr txBox="1"/>
          <p:nvPr/>
        </p:nvSpPr>
        <p:spPr>
          <a:xfrm>
            <a:off x="4719431" y="2656839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  <p:cxnSp>
        <p:nvCxnSpPr>
          <p:cNvPr id="111" name="直线箭头连接符 110">
            <a:extLst>
              <a:ext uri="{FF2B5EF4-FFF2-40B4-BE49-F238E27FC236}">
                <a16:creationId xmlns:a16="http://schemas.microsoft.com/office/drawing/2014/main" id="{B883605A-88EA-8F13-C917-5CCD23A15FCD}"/>
              </a:ext>
            </a:extLst>
          </p:cNvPr>
          <p:cNvCxnSpPr>
            <a:cxnSpLocks/>
          </p:cNvCxnSpPr>
          <p:nvPr/>
        </p:nvCxnSpPr>
        <p:spPr>
          <a:xfrm flipV="1">
            <a:off x="6681653" y="3103952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2" name="图片 111">
            <a:extLst>
              <a:ext uri="{FF2B5EF4-FFF2-40B4-BE49-F238E27FC236}">
                <a16:creationId xmlns:a16="http://schemas.microsoft.com/office/drawing/2014/main" id="{1DBDB9E5-924C-C0A0-D26E-BC66008BC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292" y="2750235"/>
            <a:ext cx="467137" cy="358517"/>
          </a:xfrm>
          <a:prstGeom prst="rect">
            <a:avLst/>
          </a:prstGeom>
        </p:spPr>
      </p:pic>
      <p:sp>
        <p:nvSpPr>
          <p:cNvPr id="113" name="文本框 112">
            <a:extLst>
              <a:ext uri="{FF2B5EF4-FFF2-40B4-BE49-F238E27FC236}">
                <a16:creationId xmlns:a16="http://schemas.microsoft.com/office/drawing/2014/main" id="{A87662FE-ADB0-8496-5DB3-81E701463BF6}"/>
              </a:ext>
            </a:extLst>
          </p:cNvPr>
          <p:cNvSpPr txBox="1"/>
          <p:nvPr/>
        </p:nvSpPr>
        <p:spPr>
          <a:xfrm>
            <a:off x="6168945" y="2667725"/>
            <a:ext cx="356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</a:p>
          <a:p>
            <a:endParaRPr kumimoji="1"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828334DE-4736-CA0D-CCD2-DD109C651FE4}"/>
              </a:ext>
            </a:extLst>
          </p:cNvPr>
          <p:cNvCxnSpPr>
            <a:cxnSpLocks/>
          </p:cNvCxnSpPr>
          <p:nvPr/>
        </p:nvCxnSpPr>
        <p:spPr>
          <a:xfrm>
            <a:off x="7225880" y="2243598"/>
            <a:ext cx="54914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6A0E70E6-3007-1FAC-3F6D-D71C6C78FD1D}"/>
              </a:ext>
            </a:extLst>
          </p:cNvPr>
          <p:cNvSpPr txBox="1"/>
          <p:nvPr/>
        </p:nvSpPr>
        <p:spPr>
          <a:xfrm>
            <a:off x="7770802" y="2082016"/>
            <a:ext cx="6142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2B02F65C-E976-83DD-A98E-1DE952C71D6C}"/>
              </a:ext>
            </a:extLst>
          </p:cNvPr>
          <p:cNvCxnSpPr>
            <a:cxnSpLocks/>
          </p:cNvCxnSpPr>
          <p:nvPr/>
        </p:nvCxnSpPr>
        <p:spPr>
          <a:xfrm flipV="1">
            <a:off x="7039267" y="2656839"/>
            <a:ext cx="0" cy="159820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EFA2501C-E5F3-A065-DF65-F4DC609B7867}"/>
              </a:ext>
            </a:extLst>
          </p:cNvPr>
          <p:cNvCxnSpPr>
            <a:cxnSpLocks/>
          </p:cNvCxnSpPr>
          <p:nvPr/>
        </p:nvCxnSpPr>
        <p:spPr>
          <a:xfrm flipV="1">
            <a:off x="7770802" y="709251"/>
            <a:ext cx="0" cy="46800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C7A92A64-6EC5-1EBF-628E-5BA3FDBC17A9}"/>
              </a:ext>
            </a:extLst>
          </p:cNvPr>
          <p:cNvSpPr txBox="1"/>
          <p:nvPr/>
        </p:nvSpPr>
        <p:spPr>
          <a:xfrm>
            <a:off x="8130741" y="400732"/>
            <a:ext cx="88036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prefetch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9" name="图片 118">
            <a:extLst>
              <a:ext uri="{FF2B5EF4-FFF2-40B4-BE49-F238E27FC236}">
                <a16:creationId xmlns:a16="http://schemas.microsoft.com/office/drawing/2014/main" id="{A266E3B9-F73B-5025-5FFB-E6C2A49562A9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7305464" y="2751229"/>
            <a:ext cx="467137" cy="356400"/>
          </a:xfrm>
          <a:prstGeom prst="rect">
            <a:avLst/>
          </a:prstGeom>
        </p:spPr>
      </p:pic>
      <p:sp>
        <p:nvSpPr>
          <p:cNvPr id="120" name="文本框 119">
            <a:extLst>
              <a:ext uri="{FF2B5EF4-FFF2-40B4-BE49-F238E27FC236}">
                <a16:creationId xmlns:a16="http://schemas.microsoft.com/office/drawing/2014/main" id="{47C11BF5-870B-31B5-5448-DAD286797018}"/>
              </a:ext>
            </a:extLst>
          </p:cNvPr>
          <p:cNvSpPr txBox="1"/>
          <p:nvPr/>
        </p:nvSpPr>
        <p:spPr>
          <a:xfrm>
            <a:off x="7044475" y="2623314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</a:p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52A39A5B-56A8-A97C-5CD9-04911AB511E2}"/>
              </a:ext>
            </a:extLst>
          </p:cNvPr>
          <p:cNvCxnSpPr>
            <a:cxnSpLocks/>
          </p:cNvCxnSpPr>
          <p:nvPr/>
        </p:nvCxnSpPr>
        <p:spPr>
          <a:xfrm flipV="1">
            <a:off x="7452649" y="3107125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DF1D4387-CB4A-5BC8-0DF1-88A12EDE55B8}"/>
              </a:ext>
            </a:extLst>
          </p:cNvPr>
          <p:cNvCxnSpPr>
            <a:cxnSpLocks/>
          </p:cNvCxnSpPr>
          <p:nvPr/>
        </p:nvCxnSpPr>
        <p:spPr>
          <a:xfrm flipV="1">
            <a:off x="7647091" y="3109640"/>
            <a:ext cx="0" cy="45662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345511A0-892B-A7EA-97E6-09407CDC342E}"/>
              </a:ext>
            </a:extLst>
          </p:cNvPr>
          <p:cNvCxnSpPr>
            <a:cxnSpLocks/>
          </p:cNvCxnSpPr>
          <p:nvPr/>
        </p:nvCxnSpPr>
        <p:spPr>
          <a:xfrm flipV="1">
            <a:off x="8268847" y="3093717"/>
            <a:ext cx="0" cy="46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4" name="图片 123">
            <a:extLst>
              <a:ext uri="{FF2B5EF4-FFF2-40B4-BE49-F238E27FC236}">
                <a16:creationId xmlns:a16="http://schemas.microsoft.com/office/drawing/2014/main" id="{799B6B2D-ED99-D40D-AC03-E4794009115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8034847" y="2737682"/>
            <a:ext cx="468000" cy="358517"/>
          </a:xfrm>
          <a:prstGeom prst="rect">
            <a:avLst/>
          </a:prstGeom>
        </p:spPr>
      </p:pic>
      <p:sp>
        <p:nvSpPr>
          <p:cNvPr id="125" name="文本框 124">
            <a:extLst>
              <a:ext uri="{FF2B5EF4-FFF2-40B4-BE49-F238E27FC236}">
                <a16:creationId xmlns:a16="http://schemas.microsoft.com/office/drawing/2014/main" id="{1EC472A9-7FEE-E778-2F20-CF9F93743451}"/>
              </a:ext>
            </a:extLst>
          </p:cNvPr>
          <p:cNvSpPr txBox="1"/>
          <p:nvPr/>
        </p:nvSpPr>
        <p:spPr>
          <a:xfrm>
            <a:off x="7770802" y="2623314"/>
            <a:ext cx="356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zh-CN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C05AF021-68B6-65BC-79B6-FD2615963008}"/>
              </a:ext>
            </a:extLst>
          </p:cNvPr>
          <p:cNvSpPr txBox="1"/>
          <p:nvPr/>
        </p:nvSpPr>
        <p:spPr>
          <a:xfrm>
            <a:off x="4110441" y="2093596"/>
            <a:ext cx="280397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kumimoji="1" lang="en" altLang="zh-CN" sz="1500" dirty="0" err="1">
                <a:latin typeface="Arial" panose="020B0604020202020204" pitchFamily="34" charset="0"/>
                <a:cs typeface="Arial" panose="020B0604020202020204" pitchFamily="34" charset="0"/>
              </a:rPr>
              <a:t>mportance</a:t>
            </a:r>
            <a:r>
              <a:rPr kumimoji="1" lang="en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 ranking</a:t>
            </a:r>
            <a:r>
              <a:rPr kumimoji="1"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t0</a:t>
            </a:r>
            <a:r>
              <a:rPr kumimoji="1" lang="zh-CN" alt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kumimoji="1" lang="zh-CN" alt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  <a:r>
              <a:rPr kumimoji="1" lang="zh-CN" alt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kumimoji="1" lang="zh-CN" alt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  <a:endParaRPr kumimoji="1" lang="zh-CN" alt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711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1526</TotalTime>
  <Words>81</Words>
  <Application>Microsoft Macintosh PowerPoint</Application>
  <PresentationFormat>宽屏</PresentationFormat>
  <Paragraphs>47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瑞东 张</dc:creator>
  <cp:lastModifiedBy>office user</cp:lastModifiedBy>
  <cp:revision>9</cp:revision>
  <dcterms:created xsi:type="dcterms:W3CDTF">2025-10-24T08:06:36Z</dcterms:created>
  <dcterms:modified xsi:type="dcterms:W3CDTF">2025-11-01T04:46:34Z</dcterms:modified>
</cp:coreProperties>
</file>