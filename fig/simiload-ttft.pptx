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24"/>
    <p:restoredTop sz="96327"/>
  </p:normalViewPr>
  <p:slideViewPr>
    <p:cSldViewPr snapToGrid="0">
      <p:cViewPr>
        <p:scale>
          <a:sx n="139" d="100"/>
          <a:sy n="139" d="100"/>
        </p:scale>
        <p:origin x="55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5D3229-73CE-06C9-DF1C-0189E27EF3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37B5F9-FD4A-6F9E-A361-C46672711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46C317-568B-3EF1-F406-EE666F22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F480B9-820E-7DCB-A818-3238DC47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C8C5CE-6778-87CD-268C-B4B5A6408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9809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CCF771-2D45-3EB4-2A37-1439D9831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465870-2C6E-3F59-A9B3-86A605D7C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4CBBF5-569A-73BE-C876-3CD87A55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0A793F-B7AA-0992-A446-3313FC33F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D4889B-1A8C-37D4-56F5-7F3B4697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1585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52C63-049B-BEA6-53FB-94EA7E9F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33AA0-FD06-80A0-A313-7755E8746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783C93-8E90-5223-34FB-60DEC1A2C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762C3C-40F2-4822-25F1-E4CFE8938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7CB9DF-7116-CE9D-E86E-227B217E1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43588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07871-4F6F-BF1A-70B3-9C6C0F392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C96892-A47A-CC5A-FB08-5702F0818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F94716-8347-8019-56D3-06803FA54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891776-7452-BEA9-6529-37BCE911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7FD884-36C8-A463-D9CB-91E5F145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D375E50-E505-9141-786C-76D4554D8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3778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14E3B4-9AD3-B930-838E-665A0674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CA191B-AF21-334D-B796-46C343138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996301-96BC-E694-BDAB-B0197E669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D0C25-94F1-DF97-F584-7A7000BAEB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AB7C1A5-0A0F-49C1-1D17-9437457922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3D4D67-62F6-FB9C-F638-CB5C284BE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CCCA527-B90E-249C-ACE7-B664E00A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62AF5B5-75C8-524A-46F7-A45E6CCD9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499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500F2B-AFDA-F832-6A4D-F0AE73C5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9C93D9-C8C1-C8A6-AF9C-07832A5A2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3FCDD9C-30C1-C175-61B7-7071EAC2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F6D3690-D093-B2EF-4474-7AB27FB7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068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9C45F53-DB28-6951-E7D1-57101D02E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04CC2A1-6134-B787-6957-61FBDF36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E1C21E-AA43-0613-A8DF-53FBA0B95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6189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03959-7012-36C1-253E-3C1D6C110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2862B0-9B9B-FDF5-385F-9343B27B5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CB377AB-1FD3-1FCC-D51D-EC50548D0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DD2410-9687-965F-BF3E-1E117704E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069F0D-7AA3-B758-4E87-1A647FBBC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400C4E-9D52-8DA0-F59F-E6F9A9B0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5164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0F70C2-37BE-8E73-7436-3FD69ABA6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DF0E4E0-7CF2-5EBE-0597-0B104D4D01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6FDD18-2A02-3F1E-F6B8-3DB21A556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1A3D41-E431-E94D-29DD-9D6603A0A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32F892-E3F1-F26A-F098-05F224817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9A8A3B-AB6C-E7EE-8947-6A1C49C47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778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442927-7349-4AEC-5030-55426E6C8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51E0FA4-CFD5-29F4-7E69-9F36B8707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AEBB45-46D6-6D4B-D598-0F03D9A7B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8A4E61-D8C3-395A-D1FF-EAB82592C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16A4D9-F7A5-6537-3DA1-9C1C92370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700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1F5C35-F0EF-FC64-CC35-EDC34A8548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B81CD8-D1F2-191A-7FDC-09BCCD072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091523-B3E5-E2DA-0263-0D247101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07167D-A9DB-D172-CA16-74EDB2FD2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D1E06A-7AED-B830-8BC3-48863F23D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8490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F2EC9B-FA32-69B7-30BC-9E80F62F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CB53FC-C07B-15FE-4DB7-03A3F8BE2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594A26-37D5-8FC8-7EBE-5A533669A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F6574-D557-D54A-A64C-35AC5FC0C40C}" type="datetimeFigureOut">
              <a:rPr kumimoji="1" lang="zh-CN" altLang="en-US" smtClean="0"/>
              <a:t>2025/10/28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AA909F6-0B70-3C43-3700-1C2A938CB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83BDE-7DB0-DDBE-7F8E-704D59365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127263-3F58-B34D-A49E-B93125EFB86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287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1506759" y="2946991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1432667" y="2719550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2640007" y="2979966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2634930" y="3244502"/>
            <a:ext cx="5403986" cy="941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7973177" y="308717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7107285" y="2042805"/>
            <a:ext cx="1518359" cy="307777"/>
            <a:chOff x="349264" y="1953285"/>
            <a:chExt cx="1518359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993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1075986" y="204280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1006108" y="2766789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2637468" y="2664800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4061898" y="2042805"/>
            <a:ext cx="1737472" cy="307777"/>
            <a:chOff x="2275070" y="1964633"/>
            <a:chExt cx="1737472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4183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5802776" y="204280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3620849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4699454" y="2552079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</p:cNvCxnSpPr>
          <p:nvPr/>
        </p:nvCxnSpPr>
        <p:spPr>
          <a:xfrm flipV="1">
            <a:off x="4787651" y="2836275"/>
            <a:ext cx="402382" cy="1066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1515708" y="3880264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1441616" y="3652823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2648473" y="390339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2634930" y="4172964"/>
            <a:ext cx="54110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2646417" y="3598073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3286199" y="390273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6337568" y="2836808"/>
            <a:ext cx="382111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7886437" y="2653444"/>
            <a:ext cx="0" cy="1527471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6750881" y="3286178"/>
            <a:ext cx="0" cy="1957975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6794937" y="3525584"/>
            <a:ext cx="1090267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6881784" y="3642630"/>
            <a:ext cx="899758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Reduction</a:t>
            </a:r>
            <a:endParaRPr lang="zh-CN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1015057" y="370160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983704" y="3903392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3566756" y="390339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D9BD67-4384-8632-1215-35E6DFA08734}"/>
              </a:ext>
            </a:extLst>
          </p:cNvPr>
          <p:cNvSpPr txBox="1"/>
          <p:nvPr/>
        </p:nvSpPr>
        <p:spPr>
          <a:xfrm>
            <a:off x="6235941" y="2559236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CCF4BAC2-A898-285E-C705-DB99C3E59B69}"/>
              </a:ext>
            </a:extLst>
          </p:cNvPr>
          <p:cNvGrpSpPr/>
          <p:nvPr/>
        </p:nvGrpSpPr>
        <p:grpSpPr>
          <a:xfrm>
            <a:off x="2326561" y="2042805"/>
            <a:ext cx="1724969" cy="307777"/>
            <a:chOff x="4362428" y="1953285"/>
            <a:chExt cx="1724969" cy="307777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C8BC731D-9F98-C303-B0EB-38259FAE4858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157AFF84-2D30-73E1-10CF-D94E556DEF3E}"/>
                </a:ext>
              </a:extLst>
            </p:cNvPr>
            <p:cNvSpPr txBox="1"/>
            <p:nvPr/>
          </p:nvSpPr>
          <p:spPr>
            <a:xfrm>
              <a:off x="4678037" y="1953285"/>
              <a:ext cx="14093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Head</a:t>
              </a:r>
              <a:r>
                <a:rPr lang="zh-CN" altLang="en-US" dirty="0"/>
                <a:t> </a:t>
              </a:r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67" name="矩形 66">
            <a:extLst>
              <a:ext uri="{FF2B5EF4-FFF2-40B4-BE49-F238E27FC236}">
                <a16:creationId xmlns:a16="http://schemas.microsoft.com/office/drawing/2014/main" id="{147D9C18-3EC3-3F99-F86A-49F2DEAE06B6}"/>
              </a:ext>
            </a:extLst>
          </p:cNvPr>
          <p:cNvSpPr/>
          <p:nvPr/>
        </p:nvSpPr>
        <p:spPr>
          <a:xfrm>
            <a:off x="2816762" y="3670149"/>
            <a:ext cx="14625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0628DA9-77A8-7BAC-6BA5-D3E18625A30B}"/>
              </a:ext>
            </a:extLst>
          </p:cNvPr>
          <p:cNvSpPr/>
          <p:nvPr/>
        </p:nvSpPr>
        <p:spPr>
          <a:xfrm>
            <a:off x="4164580" y="3653821"/>
            <a:ext cx="14586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B47F789-C80F-580B-F420-21E7061A998A}"/>
              </a:ext>
            </a:extLst>
          </p:cNvPr>
          <p:cNvSpPr txBox="1"/>
          <p:nvPr/>
        </p:nvSpPr>
        <p:spPr>
          <a:xfrm>
            <a:off x="7968541" y="401251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65058F96-0134-FA43-4D4E-025EFB0C5EEE}"/>
              </a:ext>
            </a:extLst>
          </p:cNvPr>
          <p:cNvSpPr txBox="1"/>
          <p:nvPr/>
        </p:nvSpPr>
        <p:spPr>
          <a:xfrm>
            <a:off x="1527128" y="4957144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1FD7C7D-B7AB-FEFC-9604-FAE1FF8484E8}"/>
              </a:ext>
            </a:extLst>
          </p:cNvPr>
          <p:cNvSpPr txBox="1"/>
          <p:nvPr/>
        </p:nvSpPr>
        <p:spPr>
          <a:xfrm>
            <a:off x="1453036" y="4729703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382AF2BE-544B-0629-26D2-CAEE2D7A8412}"/>
              </a:ext>
            </a:extLst>
          </p:cNvPr>
          <p:cNvSpPr/>
          <p:nvPr/>
        </p:nvSpPr>
        <p:spPr>
          <a:xfrm>
            <a:off x="2659893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2" name="直线箭头连接符 151">
            <a:extLst>
              <a:ext uri="{FF2B5EF4-FFF2-40B4-BE49-F238E27FC236}">
                <a16:creationId xmlns:a16="http://schemas.microsoft.com/office/drawing/2014/main" id="{799D9D70-031D-190E-6D48-3CCD4E02584F}"/>
              </a:ext>
            </a:extLst>
          </p:cNvPr>
          <p:cNvCxnSpPr>
            <a:cxnSpLocks/>
          </p:cNvCxnSpPr>
          <p:nvPr/>
        </p:nvCxnSpPr>
        <p:spPr>
          <a:xfrm>
            <a:off x="2659049" y="5244153"/>
            <a:ext cx="5386902" cy="111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线箭头连接符 152">
            <a:extLst>
              <a:ext uri="{FF2B5EF4-FFF2-40B4-BE49-F238E27FC236}">
                <a16:creationId xmlns:a16="http://schemas.microsoft.com/office/drawing/2014/main" id="{94CF93B8-49DD-0120-3765-7880FC752F5C}"/>
              </a:ext>
            </a:extLst>
          </p:cNvPr>
          <p:cNvCxnSpPr>
            <a:cxnSpLocks/>
          </p:cNvCxnSpPr>
          <p:nvPr/>
        </p:nvCxnSpPr>
        <p:spPr>
          <a:xfrm flipV="1">
            <a:off x="2657837" y="4674953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15E6B09-AF3C-2E3C-43C1-27A6666A474A}"/>
              </a:ext>
            </a:extLst>
          </p:cNvPr>
          <p:cNvSpPr txBox="1"/>
          <p:nvPr/>
        </p:nvSpPr>
        <p:spPr>
          <a:xfrm>
            <a:off x="1026477" y="477848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F8125E99-2677-2D25-3FF2-1601E7B8B2C6}"/>
              </a:ext>
            </a:extLst>
          </p:cNvPr>
          <p:cNvSpPr/>
          <p:nvPr/>
        </p:nvSpPr>
        <p:spPr>
          <a:xfrm>
            <a:off x="2816762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AA252A1-1DC2-8904-CB8D-4D35AF4732E2}"/>
              </a:ext>
            </a:extLst>
          </p:cNvPr>
          <p:cNvSpPr/>
          <p:nvPr/>
        </p:nvSpPr>
        <p:spPr>
          <a:xfrm>
            <a:off x="4323977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E37876E-0682-E1F9-AAF1-0E79D3E28CF5}"/>
              </a:ext>
            </a:extLst>
          </p:cNvPr>
          <p:cNvSpPr txBox="1"/>
          <p:nvPr/>
        </p:nvSpPr>
        <p:spPr>
          <a:xfrm>
            <a:off x="7959913" y="507888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4E106-EDC8-7AE3-5447-6E69D7CA3340}"/>
              </a:ext>
            </a:extLst>
          </p:cNvPr>
          <p:cNvSpPr/>
          <p:nvPr/>
        </p:nvSpPr>
        <p:spPr>
          <a:xfrm>
            <a:off x="4316553" y="391379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F29269-EE6F-3639-FB65-0055B6A09D25}"/>
              </a:ext>
            </a:extLst>
          </p:cNvPr>
          <p:cNvSpPr/>
          <p:nvPr/>
        </p:nvSpPr>
        <p:spPr>
          <a:xfrm>
            <a:off x="3908155" y="297737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B737B4A-20F3-AD10-8509-2466EF2E396D}"/>
              </a:ext>
            </a:extLst>
          </p:cNvPr>
          <p:cNvSpPr/>
          <p:nvPr/>
        </p:nvSpPr>
        <p:spPr>
          <a:xfrm>
            <a:off x="4188793" y="2977376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E4DF740-3E6E-A499-C96F-8313951B28AF}"/>
              </a:ext>
            </a:extLst>
          </p:cNvPr>
          <p:cNvSpPr/>
          <p:nvPr/>
        </p:nvSpPr>
        <p:spPr>
          <a:xfrm>
            <a:off x="5458460" y="2982394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0E12084-6FF1-35BF-9859-5B4E42C12BD6}"/>
              </a:ext>
            </a:extLst>
          </p:cNvPr>
          <p:cNvSpPr/>
          <p:nvPr/>
        </p:nvSpPr>
        <p:spPr>
          <a:xfrm>
            <a:off x="5738837" y="2984802"/>
            <a:ext cx="980842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B6328B0-2206-FA08-E586-03BD8E94A4FA}"/>
              </a:ext>
            </a:extLst>
          </p:cNvPr>
          <p:cNvSpPr/>
          <p:nvPr/>
        </p:nvSpPr>
        <p:spPr>
          <a:xfrm>
            <a:off x="7002614" y="2987380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E68CBF8-1EBA-F8B1-32A1-18E09772F7D2}"/>
              </a:ext>
            </a:extLst>
          </p:cNvPr>
          <p:cNvSpPr/>
          <p:nvPr/>
        </p:nvSpPr>
        <p:spPr>
          <a:xfrm>
            <a:off x="4613870" y="3915094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564F7E2-22D8-8281-3F5F-A4AF937F9A7F}"/>
              </a:ext>
            </a:extLst>
          </p:cNvPr>
          <p:cNvSpPr/>
          <p:nvPr/>
        </p:nvSpPr>
        <p:spPr>
          <a:xfrm>
            <a:off x="4891737" y="3918632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F5F9C37-EAB2-C8E5-F018-10F6ADD5D610}"/>
              </a:ext>
            </a:extLst>
          </p:cNvPr>
          <p:cNvSpPr/>
          <p:nvPr/>
        </p:nvSpPr>
        <p:spPr>
          <a:xfrm>
            <a:off x="3566756" y="4981928"/>
            <a:ext cx="144000" cy="21960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FAEA185A-A277-028C-B07E-AD5F6D6D66CA}"/>
              </a:ext>
            </a:extLst>
          </p:cNvPr>
          <p:cNvSpPr/>
          <p:nvPr/>
        </p:nvSpPr>
        <p:spPr>
          <a:xfrm>
            <a:off x="5483449" y="3655645"/>
            <a:ext cx="145862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4D4280A-A232-AFE1-83AE-06394BE31935}"/>
              </a:ext>
            </a:extLst>
          </p:cNvPr>
          <p:cNvSpPr/>
          <p:nvPr/>
        </p:nvSpPr>
        <p:spPr>
          <a:xfrm>
            <a:off x="5635795" y="3902710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4C76B3EC-3741-8AE3-D14C-116A15A5CFBE}"/>
              </a:ext>
            </a:extLst>
          </p:cNvPr>
          <p:cNvSpPr/>
          <p:nvPr/>
        </p:nvSpPr>
        <p:spPr>
          <a:xfrm>
            <a:off x="5933112" y="3904006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3C0BB5A7-C225-EDAC-4EC1-1C658C27A2D5}"/>
              </a:ext>
            </a:extLst>
          </p:cNvPr>
          <p:cNvSpPr/>
          <p:nvPr/>
        </p:nvSpPr>
        <p:spPr>
          <a:xfrm>
            <a:off x="6221077" y="3661865"/>
            <a:ext cx="529804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419DA0D3-D844-5C0E-8C26-7AEE9A79CE32}"/>
              </a:ext>
            </a:extLst>
          </p:cNvPr>
          <p:cNvSpPr/>
          <p:nvPr/>
        </p:nvSpPr>
        <p:spPr>
          <a:xfrm>
            <a:off x="3281649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D2B0D0-56BF-C3D5-05B8-75E266033D3D}"/>
              </a:ext>
            </a:extLst>
          </p:cNvPr>
          <p:cNvSpPr/>
          <p:nvPr/>
        </p:nvSpPr>
        <p:spPr>
          <a:xfrm>
            <a:off x="2979154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D3B3BB7-C241-7172-8DD3-546F71666D0A}"/>
              </a:ext>
            </a:extLst>
          </p:cNvPr>
          <p:cNvSpPr/>
          <p:nvPr/>
        </p:nvSpPr>
        <p:spPr>
          <a:xfrm>
            <a:off x="4165763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3375524-DAB5-7C17-54A0-10C4FE9521B0}"/>
              </a:ext>
            </a:extLst>
          </p:cNvPr>
          <p:cNvSpPr/>
          <p:nvPr/>
        </p:nvSpPr>
        <p:spPr>
          <a:xfrm>
            <a:off x="3714548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97C0A5C8-A63E-7634-DB5B-605CF19764B1}"/>
              </a:ext>
            </a:extLst>
          </p:cNvPr>
          <p:cNvSpPr/>
          <p:nvPr/>
        </p:nvSpPr>
        <p:spPr>
          <a:xfrm>
            <a:off x="4017510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C8D2196F-A550-6EBA-BCAF-70059BBA4727}"/>
              </a:ext>
            </a:extLst>
          </p:cNvPr>
          <p:cNvSpPr/>
          <p:nvPr/>
        </p:nvSpPr>
        <p:spPr>
          <a:xfrm>
            <a:off x="7292583" y="2727008"/>
            <a:ext cx="592621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AD92714B-7F0A-E44C-CDEF-02F3508AF230}"/>
              </a:ext>
            </a:extLst>
          </p:cNvPr>
          <p:cNvSpPr/>
          <p:nvPr/>
        </p:nvSpPr>
        <p:spPr>
          <a:xfrm>
            <a:off x="3572976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B558345B-F202-0DF8-9B03-6A308A9D8A10}"/>
              </a:ext>
            </a:extLst>
          </p:cNvPr>
          <p:cNvSpPr/>
          <p:nvPr/>
        </p:nvSpPr>
        <p:spPr>
          <a:xfrm>
            <a:off x="4309274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59EB0461-1523-ED72-72A6-B3BA1B32BC09}"/>
              </a:ext>
            </a:extLst>
          </p:cNvPr>
          <p:cNvSpPr/>
          <p:nvPr/>
        </p:nvSpPr>
        <p:spPr>
          <a:xfrm>
            <a:off x="4464872" y="4981928"/>
            <a:ext cx="297945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84BF14E7-374C-A284-6436-521A48AB7A40}"/>
              </a:ext>
            </a:extLst>
          </p:cNvPr>
          <p:cNvSpPr/>
          <p:nvPr/>
        </p:nvSpPr>
        <p:spPr>
          <a:xfrm>
            <a:off x="4759042" y="4981928"/>
            <a:ext cx="280377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78763A74-1734-2B0B-8B2D-C484A5A4819D}"/>
              </a:ext>
            </a:extLst>
          </p:cNvPr>
          <p:cNvSpPr/>
          <p:nvPr/>
        </p:nvSpPr>
        <p:spPr>
          <a:xfrm>
            <a:off x="4901897" y="4738250"/>
            <a:ext cx="149251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02CB266-70BC-2E68-7828-7589AECD9406}"/>
              </a:ext>
            </a:extLst>
          </p:cNvPr>
          <p:cNvSpPr/>
          <p:nvPr/>
        </p:nvSpPr>
        <p:spPr>
          <a:xfrm>
            <a:off x="5039894" y="4981928"/>
            <a:ext cx="153529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D8EBB60-8DA0-EA1D-DA7E-6A7F41F8A569}"/>
              </a:ext>
            </a:extLst>
          </p:cNvPr>
          <p:cNvSpPr/>
          <p:nvPr/>
        </p:nvSpPr>
        <p:spPr>
          <a:xfrm>
            <a:off x="5188025" y="4981928"/>
            <a:ext cx="153529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3B25303-0716-EEF2-2FED-DCBCFDF1E2F0}"/>
              </a:ext>
            </a:extLst>
          </p:cNvPr>
          <p:cNvSpPr/>
          <p:nvPr/>
        </p:nvSpPr>
        <p:spPr>
          <a:xfrm>
            <a:off x="5356080" y="4734650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5" name="直线箭头连接符 134">
            <a:extLst>
              <a:ext uri="{FF2B5EF4-FFF2-40B4-BE49-F238E27FC236}">
                <a16:creationId xmlns:a16="http://schemas.microsoft.com/office/drawing/2014/main" id="{F1819E5C-D8F8-1DC0-A59C-4B422694E515}"/>
              </a:ext>
            </a:extLst>
          </p:cNvPr>
          <p:cNvCxnSpPr>
            <a:cxnSpLocks/>
          </p:cNvCxnSpPr>
          <p:nvPr/>
        </p:nvCxnSpPr>
        <p:spPr>
          <a:xfrm flipV="1">
            <a:off x="5947710" y="4351528"/>
            <a:ext cx="0" cy="900375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A1D6E872-298E-8AD3-D17A-6F446106818F}"/>
              </a:ext>
            </a:extLst>
          </p:cNvPr>
          <p:cNvSpPr/>
          <p:nvPr/>
        </p:nvSpPr>
        <p:spPr>
          <a:xfrm>
            <a:off x="4195028" y="2727008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A10FA4A7-56C3-DEF5-FB1C-B028857FA570}"/>
              </a:ext>
            </a:extLst>
          </p:cNvPr>
          <p:cNvSpPr/>
          <p:nvPr/>
        </p:nvSpPr>
        <p:spPr>
          <a:xfrm>
            <a:off x="5738883" y="2727008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40FF8967-E45A-379C-2D2A-0B64F7553832}"/>
              </a:ext>
            </a:extLst>
          </p:cNvPr>
          <p:cNvSpPr/>
          <p:nvPr/>
        </p:nvSpPr>
        <p:spPr>
          <a:xfrm>
            <a:off x="3566758" y="3653105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C10576EA-F139-AD53-795A-74313E2C2FBF}"/>
              </a:ext>
            </a:extLst>
          </p:cNvPr>
          <p:cNvSpPr/>
          <p:nvPr/>
        </p:nvSpPr>
        <p:spPr>
          <a:xfrm>
            <a:off x="4889195" y="3658517"/>
            <a:ext cx="592623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8" name="直线箭头连接符 147">
            <a:extLst>
              <a:ext uri="{FF2B5EF4-FFF2-40B4-BE49-F238E27FC236}">
                <a16:creationId xmlns:a16="http://schemas.microsoft.com/office/drawing/2014/main" id="{5D2F5124-93AF-B402-F695-A7E50A331E15}"/>
              </a:ext>
            </a:extLst>
          </p:cNvPr>
          <p:cNvCxnSpPr>
            <a:cxnSpLocks/>
          </p:cNvCxnSpPr>
          <p:nvPr/>
        </p:nvCxnSpPr>
        <p:spPr>
          <a:xfrm>
            <a:off x="5995960" y="4569328"/>
            <a:ext cx="742402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89F86E7E-1E22-C8A7-2761-4EE278F82004}"/>
              </a:ext>
            </a:extLst>
          </p:cNvPr>
          <p:cNvSpPr txBox="1"/>
          <p:nvPr/>
        </p:nvSpPr>
        <p:spPr>
          <a:xfrm>
            <a:off x="5901140" y="4711234"/>
            <a:ext cx="899758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sz="1100" b="1" dirty="0">
                <a:solidFill>
                  <a:schemeClr val="accent1"/>
                </a:solidFill>
              </a:rPr>
              <a:t>Reduction</a:t>
            </a:r>
            <a:endParaRPr lang="zh-CN" altLang="en-US" sz="1100" b="1" dirty="0">
              <a:solidFill>
                <a:schemeClr val="accent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CA0EE3-2DB3-7A1C-7C49-12E1D2FC1B4D}"/>
              </a:ext>
            </a:extLst>
          </p:cNvPr>
          <p:cNvSpPr/>
          <p:nvPr/>
        </p:nvSpPr>
        <p:spPr>
          <a:xfrm>
            <a:off x="5175567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B76A99-0DD0-138B-610A-F3EFB9E68B91}"/>
              </a:ext>
            </a:extLst>
          </p:cNvPr>
          <p:cNvSpPr/>
          <p:nvPr/>
        </p:nvSpPr>
        <p:spPr>
          <a:xfrm>
            <a:off x="6719859" y="2728808"/>
            <a:ext cx="280378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曲线连接符 5">
            <a:extLst>
              <a:ext uri="{FF2B5EF4-FFF2-40B4-BE49-F238E27FC236}">
                <a16:creationId xmlns:a16="http://schemas.microsoft.com/office/drawing/2014/main" id="{F4D4AB1A-32FD-8951-BC39-06BD94B3963D}"/>
              </a:ext>
            </a:extLst>
          </p:cNvPr>
          <p:cNvCxnSpPr>
            <a:cxnSpLocks/>
            <a:stCxn id="129" idx="0"/>
            <a:endCxn id="68" idx="0"/>
          </p:cNvCxnSpPr>
          <p:nvPr/>
        </p:nvCxnSpPr>
        <p:spPr>
          <a:xfrm rot="5400000" flipH="1" flipV="1">
            <a:off x="3813348" y="3479230"/>
            <a:ext cx="249571" cy="598755"/>
          </a:xfrm>
          <a:prstGeom prst="curvedConnector3">
            <a:avLst>
              <a:gd name="adj1" fmla="val 191597"/>
            </a:avLst>
          </a:prstGeom>
          <a:ln w="2222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曲线连接符 9">
            <a:extLst>
              <a:ext uri="{FF2B5EF4-FFF2-40B4-BE49-F238E27FC236}">
                <a16:creationId xmlns:a16="http://schemas.microsoft.com/office/drawing/2014/main" id="{D0DF4835-8401-91E3-18FD-091C65FF8A9E}"/>
              </a:ext>
            </a:extLst>
          </p:cNvPr>
          <p:cNvCxnSpPr>
            <a:cxnSpLocks/>
            <a:stCxn id="68" idx="0"/>
            <a:endCxn id="15" idx="0"/>
          </p:cNvCxnSpPr>
          <p:nvPr/>
        </p:nvCxnSpPr>
        <p:spPr>
          <a:xfrm rot="16200000" flipH="1">
            <a:off x="4221529" y="3669802"/>
            <a:ext cx="259977" cy="228015"/>
          </a:xfrm>
          <a:prstGeom prst="curvedConnector3">
            <a:avLst>
              <a:gd name="adj1" fmla="val -87931"/>
            </a:avLst>
          </a:prstGeom>
          <a:ln w="2222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089896E9-BFF1-6C42-04F5-0F5B408B0F52}"/>
              </a:ext>
            </a:extLst>
          </p:cNvPr>
          <p:cNvSpPr txBox="1"/>
          <p:nvPr/>
        </p:nvSpPr>
        <p:spPr>
          <a:xfrm>
            <a:off x="4370144" y="3319390"/>
            <a:ext cx="1098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CN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Dependence</a:t>
            </a:r>
            <a:endParaRPr kumimoji="1" lang="zh-CN" altLang="en-US" sz="12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482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91</Words>
  <Application>Microsoft Macintosh PowerPoint</Application>
  <PresentationFormat>宽屏</PresentationFormat>
  <Paragraphs>68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office user</dc:creator>
  <cp:lastModifiedBy>office user</cp:lastModifiedBy>
  <cp:revision>17</cp:revision>
  <dcterms:created xsi:type="dcterms:W3CDTF">2025-10-28T02:59:39Z</dcterms:created>
  <dcterms:modified xsi:type="dcterms:W3CDTF">2025-10-28T13:05:42Z</dcterms:modified>
</cp:coreProperties>
</file>