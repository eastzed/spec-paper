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/>
    <p:restoredTop sz="96327"/>
  </p:normalViewPr>
  <p:slideViewPr>
    <p:cSldViewPr snapToGrid="0">
      <p:cViewPr varScale="1">
        <p:scale>
          <a:sx n="121" d="100"/>
          <a:sy n="121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D3229-73CE-06C9-DF1C-0189E27EF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37B5F9-FD4A-6F9E-A361-C46672711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6C317-568B-3EF1-F406-EE666F22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480B9-820E-7DCB-A818-3238DC47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8C5CE-6778-87CD-268C-B4B5A640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980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CF771-2D45-3EB4-2A37-1439D983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65870-2C6E-3F59-A9B3-86A605D7C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BBF5-569A-73BE-C876-3CD87A55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A793F-B7AA-0992-A446-3313FC33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4889B-1A8C-37D4-56F5-7F3B4697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158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52C63-049B-BEA6-53FB-94EA7E9F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33AA0-FD06-80A0-A313-7755E8746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83C93-8E90-5223-34FB-60DEC1A2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62C3C-40F2-4822-25F1-E4CFE893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CB9DF-7116-CE9D-E86E-227B217E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358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07871-4F6F-BF1A-70B3-9C6C0F39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C96892-A47A-CC5A-FB08-5702F0818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F94716-8347-8019-56D3-06803FA5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891776-7452-BEA9-6529-37BCE911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7FD884-36C8-A463-D9CB-91E5F145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375E50-E505-9141-786C-76D4554D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377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4E3B4-9AD3-B930-838E-665A0674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CA191B-AF21-334D-B796-46C343138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996301-96BC-E694-BDAB-B0197E669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8D0C25-94F1-DF97-F584-7A7000BAE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B7C1A5-0A0F-49C1-1D17-943745792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3D4D67-62F6-FB9C-F638-CB5C284B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CCA527-B90E-249C-ACE7-B664E00A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2AF5B5-75C8-524A-46F7-A45E6CCD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49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00F2B-AFDA-F832-6A4D-F0AE73C5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9C93D9-C8C1-C8A6-AF9C-07832A5A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FCDD9C-30C1-C175-61B7-7071EAC2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6D3690-D093-B2EF-4474-7AB27FB7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06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C45F53-DB28-6951-E7D1-57101D02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4CC2A1-6134-B787-6957-61FBDF36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1C21E-AA43-0613-A8DF-53FBA0B9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189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03959-7012-36C1-253E-3C1D6C11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62B0-9B9B-FDF5-385F-9343B27B5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377AB-1FD3-1FCC-D51D-EC50548D0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DD2410-9687-965F-BF3E-1E117704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69F0D-7AA3-B758-4E87-1A647FBB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400C4E-9D52-8DA0-F59F-E6F9A9B0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16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F70C2-37BE-8E73-7436-3FD69ABA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F0E4E0-7CF2-5EBE-0597-0B104D4D0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6FDD18-2A02-3F1E-F6B8-3DB21A556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1A3D41-E431-E94D-29DD-9D6603A0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32F892-E3F1-F26A-F098-05F22481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9A8A3B-AB6C-E7EE-8947-6A1C49C4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789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42927-7349-4AEC-5030-55426E6C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1E0FA4-CFD5-29F4-7E69-9F36B870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AEBB45-46D6-6D4B-D598-0F03D9A7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8A4E61-D8C3-395A-D1FF-EAB82592C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6A4D9-F7A5-6537-3DA1-9C1C9237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370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1F5C35-F0EF-FC64-CC35-EDC34A854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81CD8-D1F2-191A-7FDC-09BCCD072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91523-B3E5-E2DA-0263-0D247101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7167D-A9DB-D172-CA16-74EDB2FD2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1E06A-7AED-B830-8BC3-48863F23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849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F2EC9B-FA32-69B7-30BC-9E80F62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CB53FC-C07B-15FE-4DB7-03A3F8BE2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94A26-37D5-8FC8-7EBE-5A533669A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F6574-D557-D54A-A64C-35AC5FC0C40C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A909F6-0B70-3C43-3700-1C2A938CB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683BDE-7DB0-DDBE-7F8E-704D59365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287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D90D71-AC2E-16A2-01AD-A4E315D98C29}"/>
              </a:ext>
            </a:extLst>
          </p:cNvPr>
          <p:cNvSpPr txBox="1"/>
          <p:nvPr/>
        </p:nvSpPr>
        <p:spPr>
          <a:xfrm>
            <a:off x="1506759" y="2946991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396B9-6F92-EC03-B5C6-63AE3290DBF3}"/>
              </a:ext>
            </a:extLst>
          </p:cNvPr>
          <p:cNvSpPr txBox="1"/>
          <p:nvPr/>
        </p:nvSpPr>
        <p:spPr>
          <a:xfrm>
            <a:off x="1432667" y="2719550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901F0D-EBA9-AD3A-8E6A-9B53F8AA3399}"/>
              </a:ext>
            </a:extLst>
          </p:cNvPr>
          <p:cNvSpPr/>
          <p:nvPr/>
        </p:nvSpPr>
        <p:spPr>
          <a:xfrm>
            <a:off x="2640007" y="2979966"/>
            <a:ext cx="980842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C698C04-9730-7FB3-E114-D18A0CF1D4E2}"/>
              </a:ext>
            </a:extLst>
          </p:cNvPr>
          <p:cNvCxnSpPr>
            <a:cxnSpLocks/>
          </p:cNvCxnSpPr>
          <p:nvPr/>
        </p:nvCxnSpPr>
        <p:spPr>
          <a:xfrm>
            <a:off x="2634930" y="3244502"/>
            <a:ext cx="5403986" cy="9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BBA14FF-6ED4-384B-4916-4D19FBF97026}"/>
              </a:ext>
            </a:extLst>
          </p:cNvPr>
          <p:cNvSpPr txBox="1"/>
          <p:nvPr/>
        </p:nvSpPr>
        <p:spPr>
          <a:xfrm>
            <a:off x="7973177" y="308717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9B2F28-11DE-14E5-D1CD-00DAB75E0822}"/>
              </a:ext>
            </a:extLst>
          </p:cNvPr>
          <p:cNvGrpSpPr/>
          <p:nvPr/>
        </p:nvGrpSpPr>
        <p:grpSpPr>
          <a:xfrm>
            <a:off x="7107285" y="2042805"/>
            <a:ext cx="1518359" cy="307777"/>
            <a:chOff x="349264" y="1953285"/>
            <a:chExt cx="1518359" cy="30777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80D2319-C367-71FE-9206-67F0F24CB119}"/>
                </a:ext>
              </a:extLst>
            </p:cNvPr>
            <p:cNvSpPr/>
            <p:nvPr/>
          </p:nvSpPr>
          <p:spPr>
            <a:xfrm>
              <a:off x="349264" y="1999173"/>
              <a:ext cx="360000" cy="216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28F21B-13AE-42A8-258F-C09EE349711F}"/>
                </a:ext>
              </a:extLst>
            </p:cNvPr>
            <p:cNvSpPr txBox="1"/>
            <p:nvPr/>
          </p:nvSpPr>
          <p:spPr>
            <a:xfrm>
              <a:off x="668256" y="1953285"/>
              <a:ext cx="11993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Computation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DEA9B1-242F-8D62-0AC7-D2331E1DFDD9}"/>
              </a:ext>
            </a:extLst>
          </p:cNvPr>
          <p:cNvGrpSpPr/>
          <p:nvPr/>
        </p:nvGrpSpPr>
        <p:grpSpPr>
          <a:xfrm>
            <a:off x="1075986" y="2042805"/>
            <a:ext cx="1247274" cy="307777"/>
            <a:chOff x="4362428" y="1953285"/>
            <a:chExt cx="1247274" cy="307777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D96414A-BCCE-8BF6-2B33-80F2BE8E9C34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5D2CADF-2335-6321-EFBC-CDB7EC3391D0}"/>
                </a:ext>
              </a:extLst>
            </p:cNvPr>
            <p:cNvSpPr txBox="1"/>
            <p:nvPr/>
          </p:nvSpPr>
          <p:spPr>
            <a:xfrm>
              <a:off x="4678037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K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CE33A-4044-D439-8BEB-1E25B7ABB9C5}"/>
              </a:ext>
            </a:extLst>
          </p:cNvPr>
          <p:cNvSpPr txBox="1"/>
          <p:nvPr/>
        </p:nvSpPr>
        <p:spPr>
          <a:xfrm>
            <a:off x="1006108" y="27667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4B3FB7CC-468A-8C53-BED7-32FC469C3EE7}"/>
              </a:ext>
            </a:extLst>
          </p:cNvPr>
          <p:cNvCxnSpPr>
            <a:cxnSpLocks/>
          </p:cNvCxnSpPr>
          <p:nvPr/>
        </p:nvCxnSpPr>
        <p:spPr>
          <a:xfrm flipV="1">
            <a:off x="2637468" y="2664800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23DD6B0-4C9C-7CE9-6F27-592462EE8811}"/>
              </a:ext>
            </a:extLst>
          </p:cNvPr>
          <p:cNvGrpSpPr/>
          <p:nvPr/>
        </p:nvGrpSpPr>
        <p:grpSpPr>
          <a:xfrm>
            <a:off x="4061898" y="2042805"/>
            <a:ext cx="1737472" cy="307777"/>
            <a:chOff x="2275070" y="1964633"/>
            <a:chExt cx="1737472" cy="30777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11E447-F4A3-8AFE-0AC0-97F425526D4F}"/>
                </a:ext>
              </a:extLst>
            </p:cNvPr>
            <p:cNvSpPr/>
            <p:nvPr/>
          </p:nvSpPr>
          <p:spPr>
            <a:xfrm>
              <a:off x="2275070" y="1999173"/>
              <a:ext cx="360000" cy="216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DB66015-D000-FCA4-176D-A60B049BAC02}"/>
                </a:ext>
              </a:extLst>
            </p:cNvPr>
            <p:cNvSpPr txBox="1"/>
            <p:nvPr/>
          </p:nvSpPr>
          <p:spPr>
            <a:xfrm>
              <a:off x="2594205" y="1964633"/>
              <a:ext cx="14183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Token</a:t>
              </a:r>
              <a:r>
                <a:rPr lang="zh-CN" altLang="en-US" dirty="0"/>
                <a:t> </a:t>
              </a:r>
              <a:r>
                <a:rPr lang="en-US" altLang="zh-CN" dirty="0"/>
                <a:t>selection</a:t>
              </a:r>
              <a:endParaRPr lang="zh-CN" altLang="en-US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15538BF-2B6E-D73E-019C-31DCD487BBD3}"/>
              </a:ext>
            </a:extLst>
          </p:cNvPr>
          <p:cNvGrpSpPr/>
          <p:nvPr/>
        </p:nvGrpSpPr>
        <p:grpSpPr>
          <a:xfrm>
            <a:off x="5802776" y="2042805"/>
            <a:ext cx="1250722" cy="307777"/>
            <a:chOff x="4362428" y="1953285"/>
            <a:chExt cx="1250722" cy="307777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A9BADF4-F6F6-C4B8-00D1-17680513CC19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DF184A3-63C1-9422-55D9-AE7D33E04D79}"/>
                </a:ext>
              </a:extLst>
            </p:cNvPr>
            <p:cNvSpPr txBox="1"/>
            <p:nvPr/>
          </p:nvSpPr>
          <p:spPr>
            <a:xfrm>
              <a:off x="4681485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V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D07F6103-0728-0307-5CC2-19A0E95C41AE}"/>
              </a:ext>
            </a:extLst>
          </p:cNvPr>
          <p:cNvSpPr/>
          <p:nvPr/>
        </p:nvSpPr>
        <p:spPr>
          <a:xfrm>
            <a:off x="3620849" y="2728808"/>
            <a:ext cx="280378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0F13BE1-0D6A-7B15-8554-5D1837533112}"/>
              </a:ext>
            </a:extLst>
          </p:cNvPr>
          <p:cNvSpPr txBox="1"/>
          <p:nvPr/>
        </p:nvSpPr>
        <p:spPr>
          <a:xfrm>
            <a:off x="4699454" y="2552079"/>
            <a:ext cx="5862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>
                <a:solidFill>
                  <a:srgbClr val="C00000"/>
                </a:solidFill>
              </a:rPr>
              <a:t>Idle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4C69205-AC8B-18DC-5B79-8CFB9262D79B}"/>
              </a:ext>
            </a:extLst>
          </p:cNvPr>
          <p:cNvCxnSpPr>
            <a:cxnSpLocks/>
          </p:cNvCxnSpPr>
          <p:nvPr/>
        </p:nvCxnSpPr>
        <p:spPr>
          <a:xfrm flipV="1">
            <a:off x="4787651" y="2836275"/>
            <a:ext cx="402382" cy="106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75386120-87CD-0C64-0325-4DA8E379817F}"/>
              </a:ext>
            </a:extLst>
          </p:cNvPr>
          <p:cNvSpPr txBox="1"/>
          <p:nvPr/>
        </p:nvSpPr>
        <p:spPr>
          <a:xfrm>
            <a:off x="1515708" y="3880264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8D52F96-638D-AE81-103F-1D83A4CBB6AB}"/>
              </a:ext>
            </a:extLst>
          </p:cNvPr>
          <p:cNvSpPr txBox="1"/>
          <p:nvPr/>
        </p:nvSpPr>
        <p:spPr>
          <a:xfrm>
            <a:off x="1441616" y="3652823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FC83145-1AE3-BA25-28F9-2D56AA2D19DC}"/>
              </a:ext>
            </a:extLst>
          </p:cNvPr>
          <p:cNvSpPr/>
          <p:nvPr/>
        </p:nvSpPr>
        <p:spPr>
          <a:xfrm>
            <a:off x="2648473" y="3910671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EFCE130-932E-27B2-3E2C-AD6BBE9EBB77}"/>
              </a:ext>
            </a:extLst>
          </p:cNvPr>
          <p:cNvCxnSpPr>
            <a:cxnSpLocks/>
          </p:cNvCxnSpPr>
          <p:nvPr/>
        </p:nvCxnSpPr>
        <p:spPr>
          <a:xfrm>
            <a:off x="2634930" y="4172964"/>
            <a:ext cx="54110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603DB361-9D34-F205-96A7-73B72E4E760B}"/>
              </a:ext>
            </a:extLst>
          </p:cNvPr>
          <p:cNvCxnSpPr>
            <a:cxnSpLocks/>
          </p:cNvCxnSpPr>
          <p:nvPr/>
        </p:nvCxnSpPr>
        <p:spPr>
          <a:xfrm flipV="1">
            <a:off x="2646417" y="3598073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0753B193-DF34-BEF5-C66F-02FD13CED074}"/>
              </a:ext>
            </a:extLst>
          </p:cNvPr>
          <p:cNvSpPr/>
          <p:nvPr/>
        </p:nvSpPr>
        <p:spPr>
          <a:xfrm>
            <a:off x="3286199" y="3910671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3E796E98-ADD9-5DD1-6626-6AEED72D5D08}"/>
              </a:ext>
            </a:extLst>
          </p:cNvPr>
          <p:cNvCxnSpPr>
            <a:cxnSpLocks/>
          </p:cNvCxnSpPr>
          <p:nvPr/>
        </p:nvCxnSpPr>
        <p:spPr>
          <a:xfrm>
            <a:off x="6337568" y="2836808"/>
            <a:ext cx="382111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88454736-41D3-0A8E-C109-2E94E0652C10}"/>
              </a:ext>
            </a:extLst>
          </p:cNvPr>
          <p:cNvCxnSpPr>
            <a:cxnSpLocks/>
          </p:cNvCxnSpPr>
          <p:nvPr/>
        </p:nvCxnSpPr>
        <p:spPr>
          <a:xfrm flipV="1">
            <a:off x="7886437" y="2653444"/>
            <a:ext cx="0" cy="152747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93C38007-2424-B499-80FC-AFD7F53DD004}"/>
              </a:ext>
            </a:extLst>
          </p:cNvPr>
          <p:cNvCxnSpPr>
            <a:cxnSpLocks/>
          </p:cNvCxnSpPr>
          <p:nvPr/>
        </p:nvCxnSpPr>
        <p:spPr>
          <a:xfrm flipV="1">
            <a:off x="6750881" y="3286178"/>
            <a:ext cx="0" cy="195797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31B36728-DD5E-0802-D924-93717C4EA226}"/>
              </a:ext>
            </a:extLst>
          </p:cNvPr>
          <p:cNvCxnSpPr>
            <a:cxnSpLocks/>
          </p:cNvCxnSpPr>
          <p:nvPr/>
        </p:nvCxnSpPr>
        <p:spPr>
          <a:xfrm>
            <a:off x="6794937" y="3525584"/>
            <a:ext cx="1090267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70FB7BF4-352E-3295-DCE9-020046F261F4}"/>
              </a:ext>
            </a:extLst>
          </p:cNvPr>
          <p:cNvSpPr txBox="1"/>
          <p:nvPr/>
        </p:nvSpPr>
        <p:spPr>
          <a:xfrm>
            <a:off x="6881784" y="3642630"/>
            <a:ext cx="899758" cy="4257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100" b="1" dirty="0">
                <a:solidFill>
                  <a:schemeClr val="accent1"/>
                </a:solidFill>
              </a:rPr>
              <a:t>TTFT</a:t>
            </a:r>
          </a:p>
          <a:p>
            <a:pPr>
              <a:lnSpc>
                <a:spcPts val="1260"/>
              </a:lnSpc>
            </a:pPr>
            <a:r>
              <a:rPr lang="en-US" altLang="zh-CN" sz="1100" b="1" dirty="0">
                <a:solidFill>
                  <a:schemeClr val="accent1"/>
                </a:solidFill>
              </a:rPr>
              <a:t>Reduction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7F9D41A-CB91-B9B8-5EE9-2D56409DDEF9}"/>
              </a:ext>
            </a:extLst>
          </p:cNvPr>
          <p:cNvSpPr txBox="1"/>
          <p:nvPr/>
        </p:nvSpPr>
        <p:spPr>
          <a:xfrm>
            <a:off x="1015057" y="37016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4004231-DDB5-B703-3AA1-06A240C30BE1}"/>
              </a:ext>
            </a:extLst>
          </p:cNvPr>
          <p:cNvSpPr/>
          <p:nvPr/>
        </p:nvSpPr>
        <p:spPr>
          <a:xfrm>
            <a:off x="2983704" y="3910671"/>
            <a:ext cx="297945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EB449D6-2BB4-41B8-3A1A-EC86FD68D7AF}"/>
              </a:ext>
            </a:extLst>
          </p:cNvPr>
          <p:cNvSpPr/>
          <p:nvPr/>
        </p:nvSpPr>
        <p:spPr>
          <a:xfrm>
            <a:off x="3566756" y="3910671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D9BD67-4384-8632-1215-35E6DFA08734}"/>
              </a:ext>
            </a:extLst>
          </p:cNvPr>
          <p:cNvSpPr txBox="1"/>
          <p:nvPr/>
        </p:nvSpPr>
        <p:spPr>
          <a:xfrm>
            <a:off x="6235941" y="2559236"/>
            <a:ext cx="5862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>
                <a:solidFill>
                  <a:srgbClr val="C00000"/>
                </a:solidFill>
              </a:rPr>
              <a:t>Idle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CF4BAC2-A898-285E-C705-DB99C3E59B69}"/>
              </a:ext>
            </a:extLst>
          </p:cNvPr>
          <p:cNvGrpSpPr/>
          <p:nvPr/>
        </p:nvGrpSpPr>
        <p:grpSpPr>
          <a:xfrm>
            <a:off x="2326561" y="2042805"/>
            <a:ext cx="1724969" cy="307777"/>
            <a:chOff x="4362428" y="1953285"/>
            <a:chExt cx="1724969" cy="30777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C8BC731D-9F98-C303-B0EB-38259FAE4858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57AFF84-2D30-73E1-10CF-D94E556DEF3E}"/>
                </a:ext>
              </a:extLst>
            </p:cNvPr>
            <p:cNvSpPr txBox="1"/>
            <p:nvPr/>
          </p:nvSpPr>
          <p:spPr>
            <a:xfrm>
              <a:off x="4678037" y="1953285"/>
              <a:ext cx="14093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Head-K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67" name="矩形 66">
            <a:extLst>
              <a:ext uri="{FF2B5EF4-FFF2-40B4-BE49-F238E27FC236}">
                <a16:creationId xmlns:a16="http://schemas.microsoft.com/office/drawing/2014/main" id="{147D9C18-3EC3-3F99-F86A-49F2DEAE06B6}"/>
              </a:ext>
            </a:extLst>
          </p:cNvPr>
          <p:cNvSpPr/>
          <p:nvPr/>
        </p:nvSpPr>
        <p:spPr>
          <a:xfrm>
            <a:off x="2816762" y="3670149"/>
            <a:ext cx="146252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0628DA9-77A8-7BAC-6BA5-D3E18625A30B}"/>
              </a:ext>
            </a:extLst>
          </p:cNvPr>
          <p:cNvSpPr/>
          <p:nvPr/>
        </p:nvSpPr>
        <p:spPr>
          <a:xfrm>
            <a:off x="4164580" y="3653821"/>
            <a:ext cx="145862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B47F789-C80F-580B-F420-21E7061A998A}"/>
              </a:ext>
            </a:extLst>
          </p:cNvPr>
          <p:cNvSpPr txBox="1"/>
          <p:nvPr/>
        </p:nvSpPr>
        <p:spPr>
          <a:xfrm>
            <a:off x="7968541" y="4012510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65058F96-0134-FA43-4D4E-025EFB0C5EEE}"/>
              </a:ext>
            </a:extLst>
          </p:cNvPr>
          <p:cNvSpPr txBox="1"/>
          <p:nvPr/>
        </p:nvSpPr>
        <p:spPr>
          <a:xfrm>
            <a:off x="1527128" y="4957144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1FD7C7D-B7AB-FEFC-9604-FAE1FF8484E8}"/>
              </a:ext>
            </a:extLst>
          </p:cNvPr>
          <p:cNvSpPr txBox="1"/>
          <p:nvPr/>
        </p:nvSpPr>
        <p:spPr>
          <a:xfrm>
            <a:off x="1453036" y="4729703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382AF2BE-544B-0629-26D2-CAEE2D7A8412}"/>
              </a:ext>
            </a:extLst>
          </p:cNvPr>
          <p:cNvSpPr/>
          <p:nvPr/>
        </p:nvSpPr>
        <p:spPr>
          <a:xfrm>
            <a:off x="2659893" y="4981928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" name="直线箭头连接符 151">
            <a:extLst>
              <a:ext uri="{FF2B5EF4-FFF2-40B4-BE49-F238E27FC236}">
                <a16:creationId xmlns:a16="http://schemas.microsoft.com/office/drawing/2014/main" id="{799D9D70-031D-190E-6D48-3CCD4E02584F}"/>
              </a:ext>
            </a:extLst>
          </p:cNvPr>
          <p:cNvCxnSpPr>
            <a:cxnSpLocks/>
          </p:cNvCxnSpPr>
          <p:nvPr/>
        </p:nvCxnSpPr>
        <p:spPr>
          <a:xfrm>
            <a:off x="2659049" y="5244153"/>
            <a:ext cx="5386902" cy="111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线箭头连接符 152">
            <a:extLst>
              <a:ext uri="{FF2B5EF4-FFF2-40B4-BE49-F238E27FC236}">
                <a16:creationId xmlns:a16="http://schemas.microsoft.com/office/drawing/2014/main" id="{94CF93B8-49DD-0120-3765-7880FC752F5C}"/>
              </a:ext>
            </a:extLst>
          </p:cNvPr>
          <p:cNvCxnSpPr>
            <a:cxnSpLocks/>
          </p:cNvCxnSpPr>
          <p:nvPr/>
        </p:nvCxnSpPr>
        <p:spPr>
          <a:xfrm flipV="1">
            <a:off x="2657837" y="4674953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315E6B09-AF3C-2E3C-43C1-27A6666A474A}"/>
              </a:ext>
            </a:extLst>
          </p:cNvPr>
          <p:cNvSpPr txBox="1"/>
          <p:nvPr/>
        </p:nvSpPr>
        <p:spPr>
          <a:xfrm>
            <a:off x="1026477" y="477848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F8125E99-2677-2D25-3FF2-1601E7B8B2C6}"/>
              </a:ext>
            </a:extLst>
          </p:cNvPr>
          <p:cNvSpPr/>
          <p:nvPr/>
        </p:nvSpPr>
        <p:spPr>
          <a:xfrm>
            <a:off x="2816762" y="4727740"/>
            <a:ext cx="149251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2AA252A1-1DC2-8904-CB8D-4D35AF4732E2}"/>
              </a:ext>
            </a:extLst>
          </p:cNvPr>
          <p:cNvSpPr/>
          <p:nvPr/>
        </p:nvSpPr>
        <p:spPr>
          <a:xfrm>
            <a:off x="4323977" y="4981928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E37876E-0682-E1F9-AAF1-0E79D3E28CF5}"/>
              </a:ext>
            </a:extLst>
          </p:cNvPr>
          <p:cNvSpPr txBox="1"/>
          <p:nvPr/>
        </p:nvSpPr>
        <p:spPr>
          <a:xfrm>
            <a:off x="7959913" y="5078883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D4E106-EDC8-7AE3-5447-6E69D7CA3340}"/>
              </a:ext>
            </a:extLst>
          </p:cNvPr>
          <p:cNvSpPr/>
          <p:nvPr/>
        </p:nvSpPr>
        <p:spPr>
          <a:xfrm>
            <a:off x="4316553" y="3910671"/>
            <a:ext cx="297945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F29269-EE6F-3639-FB65-0055B6A09D25}"/>
              </a:ext>
            </a:extLst>
          </p:cNvPr>
          <p:cNvSpPr/>
          <p:nvPr/>
        </p:nvSpPr>
        <p:spPr>
          <a:xfrm>
            <a:off x="3908155" y="2977376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B737B4A-20F3-AD10-8509-2466EF2E396D}"/>
              </a:ext>
            </a:extLst>
          </p:cNvPr>
          <p:cNvSpPr/>
          <p:nvPr/>
        </p:nvSpPr>
        <p:spPr>
          <a:xfrm>
            <a:off x="4188793" y="2977376"/>
            <a:ext cx="980842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E4DF740-3E6E-A499-C96F-8313951B28AF}"/>
              </a:ext>
            </a:extLst>
          </p:cNvPr>
          <p:cNvSpPr/>
          <p:nvPr/>
        </p:nvSpPr>
        <p:spPr>
          <a:xfrm>
            <a:off x="5458460" y="2982394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0E12084-6FF1-35BF-9859-5B4E42C12BD6}"/>
              </a:ext>
            </a:extLst>
          </p:cNvPr>
          <p:cNvSpPr/>
          <p:nvPr/>
        </p:nvSpPr>
        <p:spPr>
          <a:xfrm>
            <a:off x="5738837" y="2984802"/>
            <a:ext cx="980842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B6328B0-2206-FA08-E586-03BD8E94A4FA}"/>
              </a:ext>
            </a:extLst>
          </p:cNvPr>
          <p:cNvSpPr/>
          <p:nvPr/>
        </p:nvSpPr>
        <p:spPr>
          <a:xfrm>
            <a:off x="7002614" y="2987380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E68CBF8-1EBA-F8B1-32A1-18E09772F7D2}"/>
              </a:ext>
            </a:extLst>
          </p:cNvPr>
          <p:cNvSpPr/>
          <p:nvPr/>
        </p:nvSpPr>
        <p:spPr>
          <a:xfrm>
            <a:off x="4613870" y="3910671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564F7E2-22D8-8281-3F5F-A4AF937F9A7F}"/>
              </a:ext>
            </a:extLst>
          </p:cNvPr>
          <p:cNvSpPr/>
          <p:nvPr/>
        </p:nvSpPr>
        <p:spPr>
          <a:xfrm>
            <a:off x="4891737" y="3910671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F5F9C37-EAB2-C8E5-F018-10F6ADD5D610}"/>
              </a:ext>
            </a:extLst>
          </p:cNvPr>
          <p:cNvSpPr/>
          <p:nvPr/>
        </p:nvSpPr>
        <p:spPr>
          <a:xfrm>
            <a:off x="3566756" y="4981928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FAEA185A-A277-028C-B07E-AD5F6D6D66CA}"/>
              </a:ext>
            </a:extLst>
          </p:cNvPr>
          <p:cNvSpPr/>
          <p:nvPr/>
        </p:nvSpPr>
        <p:spPr>
          <a:xfrm>
            <a:off x="5483449" y="3655645"/>
            <a:ext cx="145862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4D4280A-A232-AFE1-83AE-06394BE31935}"/>
              </a:ext>
            </a:extLst>
          </p:cNvPr>
          <p:cNvSpPr/>
          <p:nvPr/>
        </p:nvSpPr>
        <p:spPr>
          <a:xfrm>
            <a:off x="5635795" y="3910671"/>
            <a:ext cx="297945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C76B3EC-3741-8AE3-D14C-116A15A5CFBE}"/>
              </a:ext>
            </a:extLst>
          </p:cNvPr>
          <p:cNvSpPr/>
          <p:nvPr/>
        </p:nvSpPr>
        <p:spPr>
          <a:xfrm>
            <a:off x="5933112" y="3910671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C0BB5A7-C225-EDAC-4EC1-1C658C27A2D5}"/>
              </a:ext>
            </a:extLst>
          </p:cNvPr>
          <p:cNvSpPr/>
          <p:nvPr/>
        </p:nvSpPr>
        <p:spPr>
          <a:xfrm>
            <a:off x="6221077" y="3661865"/>
            <a:ext cx="529804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19DA0D3-D844-5C0E-8C26-7AEE9A79CE32}"/>
              </a:ext>
            </a:extLst>
          </p:cNvPr>
          <p:cNvSpPr/>
          <p:nvPr/>
        </p:nvSpPr>
        <p:spPr>
          <a:xfrm>
            <a:off x="3281649" y="4981928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D2B0D0-56BF-C3D5-05B8-75E266033D3D}"/>
              </a:ext>
            </a:extLst>
          </p:cNvPr>
          <p:cNvSpPr/>
          <p:nvPr/>
        </p:nvSpPr>
        <p:spPr>
          <a:xfrm>
            <a:off x="2979154" y="4981928"/>
            <a:ext cx="297945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D3B3BB7-C241-7172-8DD3-546F71666D0A}"/>
              </a:ext>
            </a:extLst>
          </p:cNvPr>
          <p:cNvSpPr/>
          <p:nvPr/>
        </p:nvSpPr>
        <p:spPr>
          <a:xfrm>
            <a:off x="4165763" y="4727740"/>
            <a:ext cx="149251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3375524-DAB5-7C17-54A0-10C4FE9521B0}"/>
              </a:ext>
            </a:extLst>
          </p:cNvPr>
          <p:cNvSpPr/>
          <p:nvPr/>
        </p:nvSpPr>
        <p:spPr>
          <a:xfrm>
            <a:off x="3714548" y="4981928"/>
            <a:ext cx="297945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7C0A5C8-A63E-7634-DB5B-605CF19764B1}"/>
              </a:ext>
            </a:extLst>
          </p:cNvPr>
          <p:cNvSpPr/>
          <p:nvPr/>
        </p:nvSpPr>
        <p:spPr>
          <a:xfrm>
            <a:off x="4017510" y="4981928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8D2196F-A550-6EBA-BCAF-70059BBA4727}"/>
              </a:ext>
            </a:extLst>
          </p:cNvPr>
          <p:cNvSpPr/>
          <p:nvPr/>
        </p:nvSpPr>
        <p:spPr>
          <a:xfrm>
            <a:off x="7292583" y="2727008"/>
            <a:ext cx="592621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D92714B-7F0A-E44C-CDEF-02F3508AF230}"/>
              </a:ext>
            </a:extLst>
          </p:cNvPr>
          <p:cNvSpPr/>
          <p:nvPr/>
        </p:nvSpPr>
        <p:spPr>
          <a:xfrm>
            <a:off x="3572976" y="4724140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558345B-F202-0DF8-9B03-6A308A9D8A10}"/>
              </a:ext>
            </a:extLst>
          </p:cNvPr>
          <p:cNvSpPr/>
          <p:nvPr/>
        </p:nvSpPr>
        <p:spPr>
          <a:xfrm>
            <a:off x="4309274" y="4724140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59EB0461-1523-ED72-72A6-B3BA1B32BC09}"/>
              </a:ext>
            </a:extLst>
          </p:cNvPr>
          <p:cNvSpPr/>
          <p:nvPr/>
        </p:nvSpPr>
        <p:spPr>
          <a:xfrm>
            <a:off x="4464872" y="4981928"/>
            <a:ext cx="297945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4BF14E7-374C-A284-6436-521A48AB7A40}"/>
              </a:ext>
            </a:extLst>
          </p:cNvPr>
          <p:cNvSpPr/>
          <p:nvPr/>
        </p:nvSpPr>
        <p:spPr>
          <a:xfrm>
            <a:off x="4759042" y="4981928"/>
            <a:ext cx="280377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8763A74-1734-2B0B-8B2D-C484A5A4819D}"/>
              </a:ext>
            </a:extLst>
          </p:cNvPr>
          <p:cNvSpPr/>
          <p:nvPr/>
        </p:nvSpPr>
        <p:spPr>
          <a:xfrm>
            <a:off x="4901897" y="4727740"/>
            <a:ext cx="149251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02CB266-70BC-2E68-7828-7589AECD9406}"/>
              </a:ext>
            </a:extLst>
          </p:cNvPr>
          <p:cNvSpPr/>
          <p:nvPr/>
        </p:nvSpPr>
        <p:spPr>
          <a:xfrm>
            <a:off x="5039894" y="4981928"/>
            <a:ext cx="153529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D8EBB60-8DA0-EA1D-DA7E-6A7F41F8A569}"/>
              </a:ext>
            </a:extLst>
          </p:cNvPr>
          <p:cNvSpPr/>
          <p:nvPr/>
        </p:nvSpPr>
        <p:spPr>
          <a:xfrm>
            <a:off x="5188025" y="4981928"/>
            <a:ext cx="153529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3B25303-0716-EEF2-2FED-DCBCFDF1E2F0}"/>
              </a:ext>
            </a:extLst>
          </p:cNvPr>
          <p:cNvSpPr/>
          <p:nvPr/>
        </p:nvSpPr>
        <p:spPr>
          <a:xfrm>
            <a:off x="5356080" y="4724140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F1819E5C-D8F8-1DC0-A59C-4B422694E515}"/>
              </a:ext>
            </a:extLst>
          </p:cNvPr>
          <p:cNvCxnSpPr>
            <a:cxnSpLocks/>
          </p:cNvCxnSpPr>
          <p:nvPr/>
        </p:nvCxnSpPr>
        <p:spPr>
          <a:xfrm flipV="1">
            <a:off x="5947710" y="4351528"/>
            <a:ext cx="0" cy="90037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A1D6E872-298E-8AD3-D17A-6F446106818F}"/>
              </a:ext>
            </a:extLst>
          </p:cNvPr>
          <p:cNvSpPr/>
          <p:nvPr/>
        </p:nvSpPr>
        <p:spPr>
          <a:xfrm>
            <a:off x="4195028" y="2727008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A10FA4A7-56C3-DEF5-FB1C-B028857FA570}"/>
              </a:ext>
            </a:extLst>
          </p:cNvPr>
          <p:cNvSpPr/>
          <p:nvPr/>
        </p:nvSpPr>
        <p:spPr>
          <a:xfrm>
            <a:off x="5738883" y="2727008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0FF8967-E45A-379C-2D2A-0B64F7553832}"/>
              </a:ext>
            </a:extLst>
          </p:cNvPr>
          <p:cNvSpPr/>
          <p:nvPr/>
        </p:nvSpPr>
        <p:spPr>
          <a:xfrm>
            <a:off x="3566758" y="3653105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C10576EA-F139-AD53-795A-74313E2C2FBF}"/>
              </a:ext>
            </a:extLst>
          </p:cNvPr>
          <p:cNvSpPr/>
          <p:nvPr/>
        </p:nvSpPr>
        <p:spPr>
          <a:xfrm>
            <a:off x="4889195" y="3658517"/>
            <a:ext cx="592623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5D2F5124-93AF-B402-F695-A7E50A331E15}"/>
              </a:ext>
            </a:extLst>
          </p:cNvPr>
          <p:cNvCxnSpPr>
            <a:cxnSpLocks/>
          </p:cNvCxnSpPr>
          <p:nvPr/>
        </p:nvCxnSpPr>
        <p:spPr>
          <a:xfrm>
            <a:off x="5995960" y="4558818"/>
            <a:ext cx="742402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>
            <a:extLst>
              <a:ext uri="{FF2B5EF4-FFF2-40B4-BE49-F238E27FC236}">
                <a16:creationId xmlns:a16="http://schemas.microsoft.com/office/drawing/2014/main" id="{89F86E7E-1E22-C8A7-2761-4EE278F82004}"/>
              </a:ext>
            </a:extLst>
          </p:cNvPr>
          <p:cNvSpPr txBox="1"/>
          <p:nvPr/>
        </p:nvSpPr>
        <p:spPr>
          <a:xfrm>
            <a:off x="5901140" y="4711234"/>
            <a:ext cx="899758" cy="4257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100" b="1" dirty="0">
                <a:solidFill>
                  <a:schemeClr val="accent1"/>
                </a:solidFill>
              </a:rPr>
              <a:t>TTFT</a:t>
            </a:r>
          </a:p>
          <a:p>
            <a:pPr>
              <a:lnSpc>
                <a:spcPts val="1260"/>
              </a:lnSpc>
            </a:pPr>
            <a:r>
              <a:rPr lang="en-US" altLang="zh-CN" sz="1100" b="1" dirty="0">
                <a:solidFill>
                  <a:schemeClr val="accent1"/>
                </a:solidFill>
              </a:rPr>
              <a:t>Reduction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CA0EE3-2DB3-7A1C-7C49-12E1D2FC1B4D}"/>
              </a:ext>
            </a:extLst>
          </p:cNvPr>
          <p:cNvSpPr/>
          <p:nvPr/>
        </p:nvSpPr>
        <p:spPr>
          <a:xfrm>
            <a:off x="5175567" y="2728808"/>
            <a:ext cx="280378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B76A99-0DD0-138B-610A-F3EFB9E68B91}"/>
              </a:ext>
            </a:extLst>
          </p:cNvPr>
          <p:cNvSpPr/>
          <p:nvPr/>
        </p:nvSpPr>
        <p:spPr>
          <a:xfrm>
            <a:off x="6719859" y="2728808"/>
            <a:ext cx="280378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曲线连接符 5">
            <a:extLst>
              <a:ext uri="{FF2B5EF4-FFF2-40B4-BE49-F238E27FC236}">
                <a16:creationId xmlns:a16="http://schemas.microsoft.com/office/drawing/2014/main" id="{F4D4AB1A-32FD-8951-BC39-06BD94B3963D}"/>
              </a:ext>
            </a:extLst>
          </p:cNvPr>
          <p:cNvCxnSpPr>
            <a:cxnSpLocks/>
            <a:stCxn id="129" idx="0"/>
            <a:endCxn id="68" idx="0"/>
          </p:cNvCxnSpPr>
          <p:nvPr/>
        </p:nvCxnSpPr>
        <p:spPr>
          <a:xfrm rot="5400000" flipH="1" flipV="1">
            <a:off x="3809708" y="3482869"/>
            <a:ext cx="256850" cy="598755"/>
          </a:xfrm>
          <a:prstGeom prst="curvedConnector3">
            <a:avLst>
              <a:gd name="adj1" fmla="val 189001"/>
            </a:avLst>
          </a:prstGeom>
          <a:ln w="2222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曲线连接符 9">
            <a:extLst>
              <a:ext uri="{FF2B5EF4-FFF2-40B4-BE49-F238E27FC236}">
                <a16:creationId xmlns:a16="http://schemas.microsoft.com/office/drawing/2014/main" id="{D0DF4835-8401-91E3-18FD-091C65FF8A9E}"/>
              </a:ext>
            </a:extLst>
          </p:cNvPr>
          <p:cNvCxnSpPr>
            <a:cxnSpLocks/>
            <a:stCxn id="68" idx="0"/>
            <a:endCxn id="15" idx="0"/>
          </p:cNvCxnSpPr>
          <p:nvPr/>
        </p:nvCxnSpPr>
        <p:spPr>
          <a:xfrm rot="16200000" flipH="1">
            <a:off x="4223093" y="3668239"/>
            <a:ext cx="256850" cy="228015"/>
          </a:xfrm>
          <a:prstGeom prst="curvedConnector3">
            <a:avLst>
              <a:gd name="adj1" fmla="val -89001"/>
            </a:avLst>
          </a:prstGeom>
          <a:ln w="2222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89896E9-BFF1-6C42-04F5-0F5B408B0F52}"/>
              </a:ext>
            </a:extLst>
          </p:cNvPr>
          <p:cNvSpPr txBox="1"/>
          <p:nvPr/>
        </p:nvSpPr>
        <p:spPr>
          <a:xfrm>
            <a:off x="4370144" y="3319390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Dependence</a:t>
            </a:r>
            <a:endParaRPr kumimoji="1" lang="zh-CN" altLang="en-U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8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90</Words>
  <Application>Microsoft Macintosh PowerPoint</Application>
  <PresentationFormat>宽屏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user</dc:creator>
  <cp:lastModifiedBy>office user</cp:lastModifiedBy>
  <cp:revision>20</cp:revision>
  <dcterms:created xsi:type="dcterms:W3CDTF">2025-10-28T02:59:39Z</dcterms:created>
  <dcterms:modified xsi:type="dcterms:W3CDTF">2025-10-30T02:28:56Z</dcterms:modified>
</cp:coreProperties>
</file>