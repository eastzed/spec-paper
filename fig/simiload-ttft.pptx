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3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28"/>
    <p:restoredTop sz="96327"/>
  </p:normalViewPr>
  <p:slideViewPr>
    <p:cSldViewPr snapToGrid="0">
      <p:cViewPr varScale="1">
        <p:scale>
          <a:sx n="128" d="100"/>
          <a:sy n="128" d="100"/>
        </p:scale>
        <p:origin x="8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5D3229-73CE-06C9-DF1C-0189E27EF3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F37B5F9-FD4A-6F9E-A361-C466727112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46C317-568B-3EF1-F406-EE666F22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4F480B9-820E-7DCB-A818-3238DC474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C8C5CE-6778-87CD-268C-B4B5A6408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9809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CCF771-2D45-3EB4-2A37-1439D9831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A465870-2C6E-3F59-A9B3-86A605D7C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4CBBF5-569A-73BE-C876-3CD87A55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0A793F-B7AA-0992-A446-3313FC33F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D4889B-1A8C-37D4-56F5-7F3B46978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91585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C52C63-049B-BEA6-53FB-94EA7E9F1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233AA0-FD06-80A0-A313-7755E8746D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783C93-8E90-5223-34FB-60DEC1A2C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9762C3C-40F2-4822-25F1-E4CFE8938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7CB9DF-7116-CE9D-E86E-227B217E1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435886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507871-4F6F-BF1A-70B3-9C6C0F392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4C96892-A47A-CC5A-FB08-5702F08184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EF94716-8347-8019-56D3-06803FA54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9891776-7452-BEA9-6529-37BCE911A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77FD884-36C8-A463-D9CB-91E5F1458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D375E50-E505-9141-786C-76D4554D8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3778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14E3B4-9AD3-B930-838E-665A0674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ECA191B-AF21-334D-B796-46C3431385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F996301-96BC-E694-BDAB-B0197E669D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18D0C25-94F1-DF97-F584-7A7000BAEB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AB7C1A5-0A0F-49C1-1D17-9437457922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53D4D67-62F6-FB9C-F638-CB5C284BE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CCCA527-B90E-249C-ACE7-B664E00A5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62AF5B5-75C8-524A-46F7-A45E6CCD9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44499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500F2B-AFDA-F832-6A4D-F0AE73C5E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B9C93D9-C8C1-C8A6-AF9C-07832A5A2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3FCDD9C-30C1-C175-61B7-7071EAC28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F6D3690-D093-B2EF-4474-7AB27FB71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90682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9C45F53-DB28-6951-E7D1-57101D02E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04CC2A1-6134-B787-6957-61FBDF36F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EE1C21E-AA43-0613-A8DF-53FBA0B95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618930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003959-7012-36C1-253E-3C1D6C110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2862B0-9B9B-FDF5-385F-9343B27B5F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CB377AB-1FD3-1FCC-D51D-EC50548D05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CDD2410-9687-965F-BF3E-1E117704E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069F0D-7AA3-B758-4E87-1A647FBBC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7400C4E-9D52-8DA0-F59F-E6F9A9B0D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751645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0F70C2-37BE-8E73-7436-3FD69ABA6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DF0E4E0-7CF2-5EBE-0597-0B104D4D01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A6FDD18-2A02-3F1E-F6B8-3DB21A5562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21A3D41-E431-E94D-29DD-9D6603A0A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032F892-E3F1-F26A-F098-05F224817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69A8A3B-AB6C-E7EE-8947-6A1C49C47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77890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442927-7349-4AEC-5030-55426E6C8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51E0FA4-CFD5-29F4-7E69-9F36B8707B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AEBB45-46D6-6D4B-D598-0F03D9A7B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98A4E61-D8C3-395A-D1FF-EAB82592C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016A4D9-F7A5-6537-3DA1-9C1C92370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537007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01F5C35-F0EF-FC64-CC35-EDC34A8548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FB81CD8-D1F2-191A-7FDC-09BCCD072F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091523-B3E5-E2DA-0263-0D2471011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407167D-A9DB-D172-CA16-74EDB2FD2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D1E06A-7AED-B830-8BC3-48863F23D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88490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4F2EC9B-FA32-69B7-30BC-9E80F62F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CCB53FC-C07B-15FE-4DB7-03A3F8BE29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C594A26-37D5-8FC8-7EBE-5A533669A1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AA909F6-0B70-3C43-3700-1C2A938CB2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683BDE-7DB0-DDBE-7F8E-704D59365E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2871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BED90D71-AC2E-16A2-01AD-A4E315D98C29}"/>
              </a:ext>
            </a:extLst>
          </p:cNvPr>
          <p:cNvSpPr txBox="1"/>
          <p:nvPr/>
        </p:nvSpPr>
        <p:spPr>
          <a:xfrm>
            <a:off x="1506759" y="2946991"/>
            <a:ext cx="1360373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I/O</a:t>
            </a:r>
            <a:r>
              <a:rPr lang="zh-CN" altLang="en-US" dirty="0"/>
              <a:t> </a:t>
            </a:r>
            <a:r>
              <a:rPr lang="en-US" altLang="zh-CN" dirty="0"/>
              <a:t>stream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04396B9-6F92-EC03-B5C6-63AE3290DBF3}"/>
              </a:ext>
            </a:extLst>
          </p:cNvPr>
          <p:cNvSpPr txBox="1"/>
          <p:nvPr/>
        </p:nvSpPr>
        <p:spPr>
          <a:xfrm>
            <a:off x="1432667" y="2719550"/>
            <a:ext cx="1364400" cy="271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380"/>
              </a:lnSpc>
            </a:pP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r>
              <a:rPr kumimoji="1" lang="zh-CN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stream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8901F0D-EBA9-AD3A-8E6A-9B53F8AA3399}"/>
              </a:ext>
            </a:extLst>
          </p:cNvPr>
          <p:cNvSpPr/>
          <p:nvPr/>
        </p:nvSpPr>
        <p:spPr>
          <a:xfrm>
            <a:off x="2640007" y="2979966"/>
            <a:ext cx="980842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直线箭头连接符 20">
            <a:extLst>
              <a:ext uri="{FF2B5EF4-FFF2-40B4-BE49-F238E27FC236}">
                <a16:creationId xmlns:a16="http://schemas.microsoft.com/office/drawing/2014/main" id="{9C698C04-9730-7FB3-E114-D18A0CF1D4E2}"/>
              </a:ext>
            </a:extLst>
          </p:cNvPr>
          <p:cNvCxnSpPr>
            <a:cxnSpLocks/>
          </p:cNvCxnSpPr>
          <p:nvPr/>
        </p:nvCxnSpPr>
        <p:spPr>
          <a:xfrm>
            <a:off x="2634930" y="3244502"/>
            <a:ext cx="5403986" cy="941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9BBA14FF-6ED4-384B-4916-4D19FBF97026}"/>
              </a:ext>
            </a:extLst>
          </p:cNvPr>
          <p:cNvSpPr txBox="1"/>
          <p:nvPr/>
        </p:nvSpPr>
        <p:spPr>
          <a:xfrm>
            <a:off x="7973177" y="3087176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039B2F28-11DE-14E5-D1CD-00DAB75E0822}"/>
              </a:ext>
            </a:extLst>
          </p:cNvPr>
          <p:cNvGrpSpPr/>
          <p:nvPr/>
        </p:nvGrpSpPr>
        <p:grpSpPr>
          <a:xfrm>
            <a:off x="7107285" y="2042805"/>
            <a:ext cx="1478284" cy="307777"/>
            <a:chOff x="349264" y="1953285"/>
            <a:chExt cx="1478284" cy="307777"/>
          </a:xfrm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680D2319-C367-71FE-9206-67F0F24CB119}"/>
                </a:ext>
              </a:extLst>
            </p:cNvPr>
            <p:cNvSpPr/>
            <p:nvPr/>
          </p:nvSpPr>
          <p:spPr>
            <a:xfrm>
              <a:off x="349264" y="1999173"/>
              <a:ext cx="360000" cy="216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FE28F21B-13AE-42A8-258F-C09EE349711F}"/>
                </a:ext>
              </a:extLst>
            </p:cNvPr>
            <p:cNvSpPr txBox="1"/>
            <p:nvPr/>
          </p:nvSpPr>
          <p:spPr>
            <a:xfrm>
              <a:off x="668256" y="1953285"/>
              <a:ext cx="115929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computation</a:t>
              </a:r>
              <a:endParaRPr lang="zh-CN" altLang="en-US" dirty="0"/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A9DEA9B1-242F-8D62-0AC7-D2331E1DFDD9}"/>
              </a:ext>
            </a:extLst>
          </p:cNvPr>
          <p:cNvGrpSpPr/>
          <p:nvPr/>
        </p:nvGrpSpPr>
        <p:grpSpPr>
          <a:xfrm>
            <a:off x="1075986" y="2042805"/>
            <a:ext cx="1247274" cy="307777"/>
            <a:chOff x="4362428" y="1953285"/>
            <a:chExt cx="1247274" cy="307777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ED96414A-BCCE-8BF6-2B33-80F2BE8E9C34}"/>
                </a:ext>
              </a:extLst>
            </p:cNvPr>
            <p:cNvSpPr/>
            <p:nvPr/>
          </p:nvSpPr>
          <p:spPr>
            <a:xfrm>
              <a:off x="4362428" y="1999173"/>
              <a:ext cx="360000" cy="216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75D2CADF-2335-6321-EFBC-CDB7EC3391D0}"/>
                </a:ext>
              </a:extLst>
            </p:cNvPr>
            <p:cNvSpPr txBox="1"/>
            <p:nvPr/>
          </p:nvSpPr>
          <p:spPr>
            <a:xfrm>
              <a:off x="4678037" y="1953285"/>
              <a:ext cx="9316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K</a:t>
              </a:r>
              <a:r>
                <a:rPr lang="zh-CN" altLang="en-US" dirty="0"/>
                <a:t> </a:t>
              </a:r>
              <a:r>
                <a:rPr lang="en-US" altLang="zh-CN" dirty="0"/>
                <a:t>loading</a:t>
              </a:r>
              <a:endParaRPr lang="zh-CN" altLang="en-US" dirty="0"/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3B9CE33A-4044-D439-8BEB-1E25B7ABB9C5}"/>
              </a:ext>
            </a:extLst>
          </p:cNvPr>
          <p:cNvSpPr txBox="1"/>
          <p:nvPr/>
        </p:nvSpPr>
        <p:spPr>
          <a:xfrm>
            <a:off x="1006108" y="2766789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3" name="直线箭头连接符 32">
            <a:extLst>
              <a:ext uri="{FF2B5EF4-FFF2-40B4-BE49-F238E27FC236}">
                <a16:creationId xmlns:a16="http://schemas.microsoft.com/office/drawing/2014/main" id="{4B3FB7CC-468A-8C53-BED7-32FC469C3EE7}"/>
              </a:ext>
            </a:extLst>
          </p:cNvPr>
          <p:cNvCxnSpPr>
            <a:cxnSpLocks/>
          </p:cNvCxnSpPr>
          <p:nvPr/>
        </p:nvCxnSpPr>
        <p:spPr>
          <a:xfrm flipV="1">
            <a:off x="2637468" y="2664800"/>
            <a:ext cx="0" cy="574891"/>
          </a:xfrm>
          <a:prstGeom prst="straightConnector1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123DD6B0-4C9C-7CE9-6F27-592462EE8811}"/>
              </a:ext>
            </a:extLst>
          </p:cNvPr>
          <p:cNvGrpSpPr/>
          <p:nvPr/>
        </p:nvGrpSpPr>
        <p:grpSpPr>
          <a:xfrm>
            <a:off x="4061898" y="2042805"/>
            <a:ext cx="1698039" cy="307777"/>
            <a:chOff x="2275070" y="1964633"/>
            <a:chExt cx="1698039" cy="307777"/>
          </a:xfrm>
          <a:solidFill>
            <a:schemeClr val="accent5">
              <a:lumMod val="20000"/>
              <a:lumOff val="80000"/>
            </a:schemeClr>
          </a:solidFill>
        </p:grpSpPr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0211E447-F4A3-8AFE-0AC0-97F425526D4F}"/>
                </a:ext>
              </a:extLst>
            </p:cNvPr>
            <p:cNvSpPr/>
            <p:nvPr/>
          </p:nvSpPr>
          <p:spPr>
            <a:xfrm>
              <a:off x="2275070" y="1999173"/>
              <a:ext cx="360000" cy="216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9DB66015-D000-FCA4-176D-A60B049BAC02}"/>
                </a:ext>
              </a:extLst>
            </p:cNvPr>
            <p:cNvSpPr txBox="1"/>
            <p:nvPr/>
          </p:nvSpPr>
          <p:spPr>
            <a:xfrm>
              <a:off x="2594205" y="1964633"/>
              <a:ext cx="137890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token</a:t>
              </a:r>
              <a:r>
                <a:rPr lang="zh-CN" altLang="en-US" dirty="0"/>
                <a:t> </a:t>
              </a:r>
              <a:r>
                <a:rPr lang="en-US" altLang="zh-CN" dirty="0"/>
                <a:t>selection</a:t>
              </a:r>
              <a:endParaRPr lang="zh-CN" altLang="en-US" dirty="0"/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215538BF-2B6E-D73E-019C-31DCD487BBD3}"/>
              </a:ext>
            </a:extLst>
          </p:cNvPr>
          <p:cNvGrpSpPr/>
          <p:nvPr/>
        </p:nvGrpSpPr>
        <p:grpSpPr>
          <a:xfrm>
            <a:off x="5802776" y="2042805"/>
            <a:ext cx="1250722" cy="307777"/>
            <a:chOff x="4362428" y="1953285"/>
            <a:chExt cx="1250722" cy="307777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A9BADF4-F6F6-C4B8-00D1-17680513CC19}"/>
                </a:ext>
              </a:extLst>
            </p:cNvPr>
            <p:cNvSpPr/>
            <p:nvPr/>
          </p:nvSpPr>
          <p:spPr>
            <a:xfrm>
              <a:off x="4362428" y="1999173"/>
              <a:ext cx="360000" cy="216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CDF184A3-63C1-9422-55D9-AE7D33E04D79}"/>
                </a:ext>
              </a:extLst>
            </p:cNvPr>
            <p:cNvSpPr txBox="1"/>
            <p:nvPr/>
          </p:nvSpPr>
          <p:spPr>
            <a:xfrm>
              <a:off x="4681485" y="1953285"/>
              <a:ext cx="9316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V</a:t>
              </a:r>
              <a:r>
                <a:rPr lang="zh-CN" altLang="en-US" dirty="0"/>
                <a:t> </a:t>
              </a:r>
              <a:r>
                <a:rPr lang="en-US" altLang="zh-CN" dirty="0"/>
                <a:t>loading</a:t>
              </a:r>
              <a:endParaRPr lang="zh-CN" altLang="en-US" dirty="0"/>
            </a:p>
          </p:txBody>
        </p:sp>
      </p:grpSp>
      <p:sp>
        <p:nvSpPr>
          <p:cNvPr id="40" name="矩形 39">
            <a:extLst>
              <a:ext uri="{FF2B5EF4-FFF2-40B4-BE49-F238E27FC236}">
                <a16:creationId xmlns:a16="http://schemas.microsoft.com/office/drawing/2014/main" id="{D07F6103-0728-0307-5CC2-19A0E95C41AE}"/>
              </a:ext>
            </a:extLst>
          </p:cNvPr>
          <p:cNvSpPr/>
          <p:nvPr/>
        </p:nvSpPr>
        <p:spPr>
          <a:xfrm>
            <a:off x="3620849" y="2728808"/>
            <a:ext cx="280378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00F13BE1-0D6A-7B15-8554-5D1837533112}"/>
              </a:ext>
            </a:extLst>
          </p:cNvPr>
          <p:cNvSpPr txBox="1"/>
          <p:nvPr/>
        </p:nvSpPr>
        <p:spPr>
          <a:xfrm>
            <a:off x="4699454" y="2552079"/>
            <a:ext cx="586231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dirty="0">
                <a:solidFill>
                  <a:srgbClr val="C00000"/>
                </a:solidFill>
              </a:rPr>
              <a:t>Idle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cxnSp>
        <p:nvCxnSpPr>
          <p:cNvPr id="51" name="直线箭头连接符 50">
            <a:extLst>
              <a:ext uri="{FF2B5EF4-FFF2-40B4-BE49-F238E27FC236}">
                <a16:creationId xmlns:a16="http://schemas.microsoft.com/office/drawing/2014/main" id="{C4C69205-AC8B-18DC-5B79-8CFB9262D79B}"/>
              </a:ext>
            </a:extLst>
          </p:cNvPr>
          <p:cNvCxnSpPr>
            <a:cxnSpLocks/>
          </p:cNvCxnSpPr>
          <p:nvPr/>
        </p:nvCxnSpPr>
        <p:spPr>
          <a:xfrm flipV="1">
            <a:off x="4787651" y="2836275"/>
            <a:ext cx="402382" cy="1066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75386120-87CD-0C64-0325-4DA8E379817F}"/>
              </a:ext>
            </a:extLst>
          </p:cNvPr>
          <p:cNvSpPr txBox="1"/>
          <p:nvPr/>
        </p:nvSpPr>
        <p:spPr>
          <a:xfrm>
            <a:off x="1515708" y="3880264"/>
            <a:ext cx="1360373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I/O</a:t>
            </a:r>
            <a:r>
              <a:rPr lang="zh-CN" altLang="en-US" dirty="0"/>
              <a:t> </a:t>
            </a:r>
            <a:r>
              <a:rPr lang="en-US" altLang="zh-CN" dirty="0"/>
              <a:t>stream</a:t>
            </a:r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8D52F96-638D-AE81-103F-1D83A4CBB6AB}"/>
              </a:ext>
            </a:extLst>
          </p:cNvPr>
          <p:cNvSpPr txBox="1"/>
          <p:nvPr/>
        </p:nvSpPr>
        <p:spPr>
          <a:xfrm>
            <a:off x="1441616" y="3652823"/>
            <a:ext cx="1364400" cy="271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380"/>
              </a:lnSpc>
            </a:pP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r>
              <a:rPr kumimoji="1" lang="zh-CN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stream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2FC83145-1AE3-BA25-28F9-2D56AA2D19DC}"/>
              </a:ext>
            </a:extLst>
          </p:cNvPr>
          <p:cNvSpPr/>
          <p:nvPr/>
        </p:nvSpPr>
        <p:spPr>
          <a:xfrm>
            <a:off x="2648473" y="3903392"/>
            <a:ext cx="144000" cy="219600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7" name="直线箭头连接符 56">
            <a:extLst>
              <a:ext uri="{FF2B5EF4-FFF2-40B4-BE49-F238E27FC236}">
                <a16:creationId xmlns:a16="http://schemas.microsoft.com/office/drawing/2014/main" id="{FEFCE130-932E-27B2-3E2C-AD6BBE9EBB77}"/>
              </a:ext>
            </a:extLst>
          </p:cNvPr>
          <p:cNvCxnSpPr>
            <a:cxnSpLocks/>
          </p:cNvCxnSpPr>
          <p:nvPr/>
        </p:nvCxnSpPr>
        <p:spPr>
          <a:xfrm>
            <a:off x="2634930" y="4172964"/>
            <a:ext cx="541102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线箭头连接符 58">
            <a:extLst>
              <a:ext uri="{FF2B5EF4-FFF2-40B4-BE49-F238E27FC236}">
                <a16:creationId xmlns:a16="http://schemas.microsoft.com/office/drawing/2014/main" id="{603DB361-9D34-F205-96A7-73B72E4E760B}"/>
              </a:ext>
            </a:extLst>
          </p:cNvPr>
          <p:cNvCxnSpPr>
            <a:cxnSpLocks/>
          </p:cNvCxnSpPr>
          <p:nvPr/>
        </p:nvCxnSpPr>
        <p:spPr>
          <a:xfrm flipV="1">
            <a:off x="2646417" y="3598073"/>
            <a:ext cx="0" cy="574891"/>
          </a:xfrm>
          <a:prstGeom prst="straightConnector1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矩形 60">
            <a:extLst>
              <a:ext uri="{FF2B5EF4-FFF2-40B4-BE49-F238E27FC236}">
                <a16:creationId xmlns:a16="http://schemas.microsoft.com/office/drawing/2014/main" id="{0753B193-DF34-BEF5-C66F-02FD13CED074}"/>
              </a:ext>
            </a:extLst>
          </p:cNvPr>
          <p:cNvSpPr/>
          <p:nvPr/>
        </p:nvSpPr>
        <p:spPr>
          <a:xfrm>
            <a:off x="3286199" y="3902736"/>
            <a:ext cx="280377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1" name="直线箭头连接符 70">
            <a:extLst>
              <a:ext uri="{FF2B5EF4-FFF2-40B4-BE49-F238E27FC236}">
                <a16:creationId xmlns:a16="http://schemas.microsoft.com/office/drawing/2014/main" id="{3E796E98-ADD9-5DD1-6626-6AEED72D5D08}"/>
              </a:ext>
            </a:extLst>
          </p:cNvPr>
          <p:cNvCxnSpPr>
            <a:cxnSpLocks/>
          </p:cNvCxnSpPr>
          <p:nvPr/>
        </p:nvCxnSpPr>
        <p:spPr>
          <a:xfrm>
            <a:off x="6337568" y="2836808"/>
            <a:ext cx="382111" cy="0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线箭头连接符 88">
            <a:extLst>
              <a:ext uri="{FF2B5EF4-FFF2-40B4-BE49-F238E27FC236}">
                <a16:creationId xmlns:a16="http://schemas.microsoft.com/office/drawing/2014/main" id="{88454736-41D3-0A8E-C109-2E94E0652C10}"/>
              </a:ext>
            </a:extLst>
          </p:cNvPr>
          <p:cNvCxnSpPr>
            <a:cxnSpLocks/>
          </p:cNvCxnSpPr>
          <p:nvPr/>
        </p:nvCxnSpPr>
        <p:spPr>
          <a:xfrm flipV="1">
            <a:off x="7886437" y="2653444"/>
            <a:ext cx="0" cy="1527471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线箭头连接符 91">
            <a:extLst>
              <a:ext uri="{FF2B5EF4-FFF2-40B4-BE49-F238E27FC236}">
                <a16:creationId xmlns:a16="http://schemas.microsoft.com/office/drawing/2014/main" id="{93C38007-2424-B499-80FC-AFD7F53DD004}"/>
              </a:ext>
            </a:extLst>
          </p:cNvPr>
          <p:cNvCxnSpPr>
            <a:cxnSpLocks/>
          </p:cNvCxnSpPr>
          <p:nvPr/>
        </p:nvCxnSpPr>
        <p:spPr>
          <a:xfrm flipV="1">
            <a:off x="6750881" y="3286178"/>
            <a:ext cx="0" cy="1957975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线箭头连接符 93">
            <a:extLst>
              <a:ext uri="{FF2B5EF4-FFF2-40B4-BE49-F238E27FC236}">
                <a16:creationId xmlns:a16="http://schemas.microsoft.com/office/drawing/2014/main" id="{31B36728-DD5E-0802-D924-93717C4EA226}"/>
              </a:ext>
            </a:extLst>
          </p:cNvPr>
          <p:cNvCxnSpPr>
            <a:cxnSpLocks/>
          </p:cNvCxnSpPr>
          <p:nvPr/>
        </p:nvCxnSpPr>
        <p:spPr>
          <a:xfrm>
            <a:off x="6794937" y="3525584"/>
            <a:ext cx="1090267" cy="0"/>
          </a:xfrm>
          <a:prstGeom prst="straightConnector1">
            <a:avLst/>
          </a:prstGeom>
          <a:ln w="38100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70FB7BF4-352E-3295-DCE9-020046F261F4}"/>
              </a:ext>
            </a:extLst>
          </p:cNvPr>
          <p:cNvSpPr txBox="1"/>
          <p:nvPr/>
        </p:nvSpPr>
        <p:spPr>
          <a:xfrm>
            <a:off x="6881784" y="3642630"/>
            <a:ext cx="899758" cy="42575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sz="1100" b="1" dirty="0">
                <a:solidFill>
                  <a:schemeClr val="accent1"/>
                </a:solidFill>
              </a:rPr>
              <a:t>TTFT</a:t>
            </a:r>
          </a:p>
          <a:p>
            <a:pPr>
              <a:lnSpc>
                <a:spcPts val="1260"/>
              </a:lnSpc>
            </a:pPr>
            <a:r>
              <a:rPr lang="en-US" altLang="zh-CN" sz="1100" b="1" dirty="0">
                <a:solidFill>
                  <a:schemeClr val="accent1"/>
                </a:solidFill>
              </a:rPr>
              <a:t>Reduction</a:t>
            </a:r>
            <a:endParaRPr lang="zh-CN" altLang="en-US" sz="1100" b="1" dirty="0">
              <a:solidFill>
                <a:schemeClr val="accent1"/>
              </a:solidFill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7F9D41A-CB91-B9B8-5EE9-2D56409DDEF9}"/>
              </a:ext>
            </a:extLst>
          </p:cNvPr>
          <p:cNvSpPr txBox="1"/>
          <p:nvPr/>
        </p:nvSpPr>
        <p:spPr>
          <a:xfrm>
            <a:off x="1015057" y="3701601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C4004231-DDB5-B703-3AA1-06A240C30BE1}"/>
              </a:ext>
            </a:extLst>
          </p:cNvPr>
          <p:cNvSpPr/>
          <p:nvPr/>
        </p:nvSpPr>
        <p:spPr>
          <a:xfrm>
            <a:off x="2983704" y="3903392"/>
            <a:ext cx="297945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AEB449D6-2BB4-41B8-3A1A-EC86FD68D7AF}"/>
              </a:ext>
            </a:extLst>
          </p:cNvPr>
          <p:cNvSpPr/>
          <p:nvPr/>
        </p:nvSpPr>
        <p:spPr>
          <a:xfrm>
            <a:off x="3566756" y="3903392"/>
            <a:ext cx="144000" cy="219600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8D9BD67-4384-8632-1215-35E6DFA08734}"/>
              </a:ext>
            </a:extLst>
          </p:cNvPr>
          <p:cNvSpPr txBox="1"/>
          <p:nvPr/>
        </p:nvSpPr>
        <p:spPr>
          <a:xfrm>
            <a:off x="6235941" y="2559236"/>
            <a:ext cx="586231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dirty="0">
                <a:solidFill>
                  <a:srgbClr val="C00000"/>
                </a:solidFill>
              </a:rPr>
              <a:t>Idle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CCF4BAC2-A898-285E-C705-DB99C3E59B69}"/>
              </a:ext>
            </a:extLst>
          </p:cNvPr>
          <p:cNvGrpSpPr/>
          <p:nvPr/>
        </p:nvGrpSpPr>
        <p:grpSpPr>
          <a:xfrm>
            <a:off x="2326561" y="2042805"/>
            <a:ext cx="1724969" cy="307777"/>
            <a:chOff x="4362428" y="1953285"/>
            <a:chExt cx="1724969" cy="307777"/>
          </a:xfrm>
        </p:grpSpPr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C8BC731D-9F98-C303-B0EB-38259FAE4858}"/>
                </a:ext>
              </a:extLst>
            </p:cNvPr>
            <p:cNvSpPr/>
            <p:nvPr/>
          </p:nvSpPr>
          <p:spPr>
            <a:xfrm>
              <a:off x="4362428" y="1999173"/>
              <a:ext cx="360000" cy="216000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157AFF84-2D30-73E1-10CF-D94E556DEF3E}"/>
                </a:ext>
              </a:extLst>
            </p:cNvPr>
            <p:cNvSpPr txBox="1"/>
            <p:nvPr/>
          </p:nvSpPr>
          <p:spPr>
            <a:xfrm>
              <a:off x="4678037" y="1953285"/>
              <a:ext cx="140936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Head</a:t>
              </a:r>
              <a:r>
                <a:rPr lang="zh-CN" altLang="en-US" dirty="0"/>
                <a:t> </a:t>
              </a:r>
              <a:r>
                <a:rPr lang="en-US" altLang="zh-CN" dirty="0"/>
                <a:t>K</a:t>
              </a:r>
              <a:r>
                <a:rPr lang="zh-CN" altLang="en-US" dirty="0"/>
                <a:t> </a:t>
              </a:r>
              <a:r>
                <a:rPr lang="en-US" altLang="zh-CN" dirty="0"/>
                <a:t>loading</a:t>
              </a:r>
              <a:endParaRPr lang="zh-CN" altLang="en-US" dirty="0"/>
            </a:p>
          </p:txBody>
        </p:sp>
      </p:grpSp>
      <p:sp>
        <p:nvSpPr>
          <p:cNvPr id="67" name="矩形 66">
            <a:extLst>
              <a:ext uri="{FF2B5EF4-FFF2-40B4-BE49-F238E27FC236}">
                <a16:creationId xmlns:a16="http://schemas.microsoft.com/office/drawing/2014/main" id="{147D9C18-3EC3-3F99-F86A-49F2DEAE06B6}"/>
              </a:ext>
            </a:extLst>
          </p:cNvPr>
          <p:cNvSpPr/>
          <p:nvPr/>
        </p:nvSpPr>
        <p:spPr>
          <a:xfrm>
            <a:off x="2816762" y="3670149"/>
            <a:ext cx="146252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10628DA9-77A8-7BAC-6BA5-D3E18625A30B}"/>
              </a:ext>
            </a:extLst>
          </p:cNvPr>
          <p:cNvSpPr/>
          <p:nvPr/>
        </p:nvSpPr>
        <p:spPr>
          <a:xfrm>
            <a:off x="4164580" y="3653821"/>
            <a:ext cx="145862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BB47F789-C80F-580B-F420-21E7061A998A}"/>
              </a:ext>
            </a:extLst>
          </p:cNvPr>
          <p:cNvSpPr txBox="1"/>
          <p:nvPr/>
        </p:nvSpPr>
        <p:spPr>
          <a:xfrm>
            <a:off x="7968541" y="4012510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65058F96-0134-FA43-4D4E-025EFB0C5EEE}"/>
              </a:ext>
            </a:extLst>
          </p:cNvPr>
          <p:cNvSpPr txBox="1"/>
          <p:nvPr/>
        </p:nvSpPr>
        <p:spPr>
          <a:xfrm>
            <a:off x="1527128" y="4957144"/>
            <a:ext cx="1360373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I/O</a:t>
            </a:r>
            <a:r>
              <a:rPr lang="zh-CN" altLang="en-US" dirty="0"/>
              <a:t> </a:t>
            </a:r>
            <a:r>
              <a:rPr lang="en-US" altLang="zh-CN" dirty="0"/>
              <a:t>stream</a:t>
            </a:r>
            <a:endParaRPr lang="zh-CN" altLang="en-US" dirty="0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D1FD7C7D-B7AB-FEFC-9604-FAE1FF8484E8}"/>
              </a:ext>
            </a:extLst>
          </p:cNvPr>
          <p:cNvSpPr txBox="1"/>
          <p:nvPr/>
        </p:nvSpPr>
        <p:spPr>
          <a:xfrm>
            <a:off x="1453036" y="4729703"/>
            <a:ext cx="1364400" cy="271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380"/>
              </a:lnSpc>
            </a:pP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r>
              <a:rPr kumimoji="1" lang="zh-CN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stream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382AF2BE-544B-0629-26D2-CAEE2D7A8412}"/>
              </a:ext>
            </a:extLst>
          </p:cNvPr>
          <p:cNvSpPr/>
          <p:nvPr/>
        </p:nvSpPr>
        <p:spPr>
          <a:xfrm>
            <a:off x="2659893" y="4981928"/>
            <a:ext cx="144000" cy="219600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52" name="直线箭头连接符 151">
            <a:extLst>
              <a:ext uri="{FF2B5EF4-FFF2-40B4-BE49-F238E27FC236}">
                <a16:creationId xmlns:a16="http://schemas.microsoft.com/office/drawing/2014/main" id="{799D9D70-031D-190E-6D48-3CCD4E02584F}"/>
              </a:ext>
            </a:extLst>
          </p:cNvPr>
          <p:cNvCxnSpPr>
            <a:cxnSpLocks/>
          </p:cNvCxnSpPr>
          <p:nvPr/>
        </p:nvCxnSpPr>
        <p:spPr>
          <a:xfrm>
            <a:off x="2659049" y="5244153"/>
            <a:ext cx="5386902" cy="1116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3" name="直线箭头连接符 152">
            <a:extLst>
              <a:ext uri="{FF2B5EF4-FFF2-40B4-BE49-F238E27FC236}">
                <a16:creationId xmlns:a16="http://schemas.microsoft.com/office/drawing/2014/main" id="{94CF93B8-49DD-0120-3765-7880FC752F5C}"/>
              </a:ext>
            </a:extLst>
          </p:cNvPr>
          <p:cNvCxnSpPr>
            <a:cxnSpLocks/>
          </p:cNvCxnSpPr>
          <p:nvPr/>
        </p:nvCxnSpPr>
        <p:spPr>
          <a:xfrm flipV="1">
            <a:off x="2657837" y="4674953"/>
            <a:ext cx="0" cy="574891"/>
          </a:xfrm>
          <a:prstGeom prst="straightConnector1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315E6B09-AF3C-2E3C-43C1-27A6666A474A}"/>
              </a:ext>
            </a:extLst>
          </p:cNvPr>
          <p:cNvSpPr txBox="1"/>
          <p:nvPr/>
        </p:nvSpPr>
        <p:spPr>
          <a:xfrm>
            <a:off x="1026477" y="4778481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F8125E99-2677-2D25-3FF2-1601E7B8B2C6}"/>
              </a:ext>
            </a:extLst>
          </p:cNvPr>
          <p:cNvSpPr/>
          <p:nvPr/>
        </p:nvSpPr>
        <p:spPr>
          <a:xfrm>
            <a:off x="2816762" y="4738250"/>
            <a:ext cx="149251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6" name="矩形 165">
            <a:extLst>
              <a:ext uri="{FF2B5EF4-FFF2-40B4-BE49-F238E27FC236}">
                <a16:creationId xmlns:a16="http://schemas.microsoft.com/office/drawing/2014/main" id="{2AA252A1-1DC2-8904-CB8D-4D35AF4732E2}"/>
              </a:ext>
            </a:extLst>
          </p:cNvPr>
          <p:cNvSpPr/>
          <p:nvPr/>
        </p:nvSpPr>
        <p:spPr>
          <a:xfrm>
            <a:off x="4323977" y="4981928"/>
            <a:ext cx="144000" cy="219600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3E37876E-0682-E1F9-AAF1-0E79D3E28CF5}"/>
              </a:ext>
            </a:extLst>
          </p:cNvPr>
          <p:cNvSpPr txBox="1"/>
          <p:nvPr/>
        </p:nvSpPr>
        <p:spPr>
          <a:xfrm>
            <a:off x="7959913" y="5078883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5D4E106-EDC8-7AE3-5447-6E69D7CA3340}"/>
              </a:ext>
            </a:extLst>
          </p:cNvPr>
          <p:cNvSpPr/>
          <p:nvPr/>
        </p:nvSpPr>
        <p:spPr>
          <a:xfrm>
            <a:off x="4316553" y="3913798"/>
            <a:ext cx="297945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DF29269-EE6F-3639-FB65-0055B6A09D25}"/>
              </a:ext>
            </a:extLst>
          </p:cNvPr>
          <p:cNvSpPr/>
          <p:nvPr/>
        </p:nvSpPr>
        <p:spPr>
          <a:xfrm>
            <a:off x="3908155" y="2977376"/>
            <a:ext cx="280377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B737B4A-20F3-AD10-8509-2466EF2E396D}"/>
              </a:ext>
            </a:extLst>
          </p:cNvPr>
          <p:cNvSpPr/>
          <p:nvPr/>
        </p:nvSpPr>
        <p:spPr>
          <a:xfrm>
            <a:off x="4188793" y="2977376"/>
            <a:ext cx="980842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4E4DF740-3E6E-A499-C96F-8313951B28AF}"/>
              </a:ext>
            </a:extLst>
          </p:cNvPr>
          <p:cNvSpPr/>
          <p:nvPr/>
        </p:nvSpPr>
        <p:spPr>
          <a:xfrm>
            <a:off x="5458460" y="2982394"/>
            <a:ext cx="280377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0E12084-6FF1-35BF-9859-5B4E42C12BD6}"/>
              </a:ext>
            </a:extLst>
          </p:cNvPr>
          <p:cNvSpPr/>
          <p:nvPr/>
        </p:nvSpPr>
        <p:spPr>
          <a:xfrm>
            <a:off x="5738837" y="2984802"/>
            <a:ext cx="980842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4B6328B0-2206-FA08-E586-03BD8E94A4FA}"/>
              </a:ext>
            </a:extLst>
          </p:cNvPr>
          <p:cNvSpPr/>
          <p:nvPr/>
        </p:nvSpPr>
        <p:spPr>
          <a:xfrm>
            <a:off x="7002614" y="2987380"/>
            <a:ext cx="280377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9E68CBF8-1EBA-F8B1-32A1-18E09772F7D2}"/>
              </a:ext>
            </a:extLst>
          </p:cNvPr>
          <p:cNvSpPr/>
          <p:nvPr/>
        </p:nvSpPr>
        <p:spPr>
          <a:xfrm>
            <a:off x="4613870" y="3915094"/>
            <a:ext cx="280377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A564F7E2-22D8-8281-3F5F-A4AF937F9A7F}"/>
              </a:ext>
            </a:extLst>
          </p:cNvPr>
          <p:cNvSpPr/>
          <p:nvPr/>
        </p:nvSpPr>
        <p:spPr>
          <a:xfrm>
            <a:off x="4891737" y="3918632"/>
            <a:ext cx="144000" cy="219600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2F5F9C37-EAB2-C8E5-F018-10F6ADD5D610}"/>
              </a:ext>
            </a:extLst>
          </p:cNvPr>
          <p:cNvSpPr/>
          <p:nvPr/>
        </p:nvSpPr>
        <p:spPr>
          <a:xfrm>
            <a:off x="3566756" y="4981928"/>
            <a:ext cx="144000" cy="219600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FAEA185A-A277-028C-B07E-AD5F6D6D66CA}"/>
              </a:ext>
            </a:extLst>
          </p:cNvPr>
          <p:cNvSpPr/>
          <p:nvPr/>
        </p:nvSpPr>
        <p:spPr>
          <a:xfrm>
            <a:off x="5483449" y="3655645"/>
            <a:ext cx="145862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44D4280A-A232-AFE1-83AE-06394BE31935}"/>
              </a:ext>
            </a:extLst>
          </p:cNvPr>
          <p:cNvSpPr/>
          <p:nvPr/>
        </p:nvSpPr>
        <p:spPr>
          <a:xfrm>
            <a:off x="5635795" y="3902710"/>
            <a:ext cx="297945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4C76B3EC-3741-8AE3-D14C-116A15A5CFBE}"/>
              </a:ext>
            </a:extLst>
          </p:cNvPr>
          <p:cNvSpPr/>
          <p:nvPr/>
        </p:nvSpPr>
        <p:spPr>
          <a:xfrm>
            <a:off x="5933112" y="3904006"/>
            <a:ext cx="280377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3C0BB5A7-C225-EDAC-4EC1-1C658C27A2D5}"/>
              </a:ext>
            </a:extLst>
          </p:cNvPr>
          <p:cNvSpPr/>
          <p:nvPr/>
        </p:nvSpPr>
        <p:spPr>
          <a:xfrm>
            <a:off x="6221077" y="3661865"/>
            <a:ext cx="529804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419DA0D3-D844-5C0E-8C26-7AEE9A79CE32}"/>
              </a:ext>
            </a:extLst>
          </p:cNvPr>
          <p:cNvSpPr/>
          <p:nvPr/>
        </p:nvSpPr>
        <p:spPr>
          <a:xfrm>
            <a:off x="3281649" y="4981928"/>
            <a:ext cx="280377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7FD2B0D0-56BF-C3D5-05B8-75E266033D3D}"/>
              </a:ext>
            </a:extLst>
          </p:cNvPr>
          <p:cNvSpPr/>
          <p:nvPr/>
        </p:nvSpPr>
        <p:spPr>
          <a:xfrm>
            <a:off x="2979154" y="4981928"/>
            <a:ext cx="297945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6D3B3BB7-C241-7172-8DD3-546F71666D0A}"/>
              </a:ext>
            </a:extLst>
          </p:cNvPr>
          <p:cNvSpPr/>
          <p:nvPr/>
        </p:nvSpPr>
        <p:spPr>
          <a:xfrm>
            <a:off x="4165763" y="4738250"/>
            <a:ext cx="149251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B3375524-DAB5-7C17-54A0-10C4FE9521B0}"/>
              </a:ext>
            </a:extLst>
          </p:cNvPr>
          <p:cNvSpPr/>
          <p:nvPr/>
        </p:nvSpPr>
        <p:spPr>
          <a:xfrm>
            <a:off x="3714548" y="4981928"/>
            <a:ext cx="297945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97C0A5C8-A63E-7634-DB5B-605CF19764B1}"/>
              </a:ext>
            </a:extLst>
          </p:cNvPr>
          <p:cNvSpPr/>
          <p:nvPr/>
        </p:nvSpPr>
        <p:spPr>
          <a:xfrm>
            <a:off x="4017510" y="4981928"/>
            <a:ext cx="280377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C8D2196F-A550-6EBA-BCAF-70059BBA4727}"/>
              </a:ext>
            </a:extLst>
          </p:cNvPr>
          <p:cNvSpPr/>
          <p:nvPr/>
        </p:nvSpPr>
        <p:spPr>
          <a:xfrm>
            <a:off x="7292583" y="2727008"/>
            <a:ext cx="592621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AD92714B-7F0A-E44C-CDEF-02F3508AF230}"/>
              </a:ext>
            </a:extLst>
          </p:cNvPr>
          <p:cNvSpPr/>
          <p:nvPr/>
        </p:nvSpPr>
        <p:spPr>
          <a:xfrm>
            <a:off x="3572976" y="4734650"/>
            <a:ext cx="592623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B558345B-F202-0DF8-9B03-6A308A9D8A10}"/>
              </a:ext>
            </a:extLst>
          </p:cNvPr>
          <p:cNvSpPr/>
          <p:nvPr/>
        </p:nvSpPr>
        <p:spPr>
          <a:xfrm>
            <a:off x="4318418" y="4734650"/>
            <a:ext cx="592623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59EB0461-1523-ED72-72A6-B3BA1B32BC09}"/>
              </a:ext>
            </a:extLst>
          </p:cNvPr>
          <p:cNvSpPr/>
          <p:nvPr/>
        </p:nvSpPr>
        <p:spPr>
          <a:xfrm>
            <a:off x="4464872" y="4981928"/>
            <a:ext cx="297945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84BF14E7-374C-A284-6436-521A48AB7A40}"/>
              </a:ext>
            </a:extLst>
          </p:cNvPr>
          <p:cNvSpPr/>
          <p:nvPr/>
        </p:nvSpPr>
        <p:spPr>
          <a:xfrm>
            <a:off x="4759042" y="4981928"/>
            <a:ext cx="280377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78763A74-1734-2B0B-8B2D-C484A5A4819D}"/>
              </a:ext>
            </a:extLst>
          </p:cNvPr>
          <p:cNvSpPr/>
          <p:nvPr/>
        </p:nvSpPr>
        <p:spPr>
          <a:xfrm>
            <a:off x="4911041" y="4738250"/>
            <a:ext cx="149251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502CB266-70BC-2E68-7828-7589AECD9406}"/>
              </a:ext>
            </a:extLst>
          </p:cNvPr>
          <p:cNvSpPr/>
          <p:nvPr/>
        </p:nvSpPr>
        <p:spPr>
          <a:xfrm>
            <a:off x="5039894" y="4981928"/>
            <a:ext cx="153529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CD8EBB60-8DA0-EA1D-DA7E-6A7F41F8A569}"/>
              </a:ext>
            </a:extLst>
          </p:cNvPr>
          <p:cNvSpPr/>
          <p:nvPr/>
        </p:nvSpPr>
        <p:spPr>
          <a:xfrm>
            <a:off x="5188025" y="4981928"/>
            <a:ext cx="153529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E3B25303-0716-EEF2-2FED-DCBCFDF1E2F0}"/>
              </a:ext>
            </a:extLst>
          </p:cNvPr>
          <p:cNvSpPr/>
          <p:nvPr/>
        </p:nvSpPr>
        <p:spPr>
          <a:xfrm>
            <a:off x="5356080" y="4734650"/>
            <a:ext cx="592623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35" name="直线箭头连接符 134">
            <a:extLst>
              <a:ext uri="{FF2B5EF4-FFF2-40B4-BE49-F238E27FC236}">
                <a16:creationId xmlns:a16="http://schemas.microsoft.com/office/drawing/2014/main" id="{F1819E5C-D8F8-1DC0-A59C-4B422694E515}"/>
              </a:ext>
            </a:extLst>
          </p:cNvPr>
          <p:cNvCxnSpPr>
            <a:cxnSpLocks/>
          </p:cNvCxnSpPr>
          <p:nvPr/>
        </p:nvCxnSpPr>
        <p:spPr>
          <a:xfrm flipV="1">
            <a:off x="5947710" y="4351528"/>
            <a:ext cx="0" cy="900375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" name="矩形 138">
            <a:extLst>
              <a:ext uri="{FF2B5EF4-FFF2-40B4-BE49-F238E27FC236}">
                <a16:creationId xmlns:a16="http://schemas.microsoft.com/office/drawing/2014/main" id="{A1D6E872-298E-8AD3-D17A-6F446106818F}"/>
              </a:ext>
            </a:extLst>
          </p:cNvPr>
          <p:cNvSpPr/>
          <p:nvPr/>
        </p:nvSpPr>
        <p:spPr>
          <a:xfrm>
            <a:off x="4195028" y="2727008"/>
            <a:ext cx="592623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A10FA4A7-56C3-DEF5-FB1C-B028857FA570}"/>
              </a:ext>
            </a:extLst>
          </p:cNvPr>
          <p:cNvSpPr/>
          <p:nvPr/>
        </p:nvSpPr>
        <p:spPr>
          <a:xfrm>
            <a:off x="5738883" y="2727008"/>
            <a:ext cx="592623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3" name="矩形 142">
            <a:extLst>
              <a:ext uri="{FF2B5EF4-FFF2-40B4-BE49-F238E27FC236}">
                <a16:creationId xmlns:a16="http://schemas.microsoft.com/office/drawing/2014/main" id="{40FF8967-E45A-379C-2D2A-0B64F7553832}"/>
              </a:ext>
            </a:extLst>
          </p:cNvPr>
          <p:cNvSpPr/>
          <p:nvPr/>
        </p:nvSpPr>
        <p:spPr>
          <a:xfrm>
            <a:off x="3566758" y="3653105"/>
            <a:ext cx="592623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C10576EA-F139-AD53-795A-74313E2C2FBF}"/>
              </a:ext>
            </a:extLst>
          </p:cNvPr>
          <p:cNvSpPr/>
          <p:nvPr/>
        </p:nvSpPr>
        <p:spPr>
          <a:xfrm>
            <a:off x="4889195" y="3658517"/>
            <a:ext cx="592623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8" name="直线箭头连接符 147">
            <a:extLst>
              <a:ext uri="{FF2B5EF4-FFF2-40B4-BE49-F238E27FC236}">
                <a16:creationId xmlns:a16="http://schemas.microsoft.com/office/drawing/2014/main" id="{5D2F5124-93AF-B402-F695-A7E50A331E15}"/>
              </a:ext>
            </a:extLst>
          </p:cNvPr>
          <p:cNvCxnSpPr>
            <a:cxnSpLocks/>
          </p:cNvCxnSpPr>
          <p:nvPr/>
        </p:nvCxnSpPr>
        <p:spPr>
          <a:xfrm>
            <a:off x="5995960" y="4569328"/>
            <a:ext cx="742402" cy="0"/>
          </a:xfrm>
          <a:prstGeom prst="straightConnector1">
            <a:avLst/>
          </a:prstGeom>
          <a:ln w="38100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文本框 149">
            <a:extLst>
              <a:ext uri="{FF2B5EF4-FFF2-40B4-BE49-F238E27FC236}">
                <a16:creationId xmlns:a16="http://schemas.microsoft.com/office/drawing/2014/main" id="{89F86E7E-1E22-C8A7-2761-4EE278F82004}"/>
              </a:ext>
            </a:extLst>
          </p:cNvPr>
          <p:cNvSpPr txBox="1"/>
          <p:nvPr/>
        </p:nvSpPr>
        <p:spPr>
          <a:xfrm>
            <a:off x="5901140" y="4711234"/>
            <a:ext cx="899758" cy="42575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sz="1100" b="1" dirty="0">
                <a:solidFill>
                  <a:schemeClr val="accent1"/>
                </a:solidFill>
              </a:rPr>
              <a:t>TTFT</a:t>
            </a:r>
          </a:p>
          <a:p>
            <a:pPr>
              <a:lnSpc>
                <a:spcPts val="1260"/>
              </a:lnSpc>
            </a:pPr>
            <a:r>
              <a:rPr lang="en-US" altLang="zh-CN" sz="1100" b="1" dirty="0">
                <a:solidFill>
                  <a:schemeClr val="accent1"/>
                </a:solidFill>
              </a:rPr>
              <a:t>Reduction</a:t>
            </a:r>
            <a:endParaRPr lang="zh-CN" altLang="en-US" sz="1100" b="1" dirty="0">
              <a:solidFill>
                <a:schemeClr val="accent1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ACA0EE3-2DB3-7A1C-7C49-12E1D2FC1B4D}"/>
              </a:ext>
            </a:extLst>
          </p:cNvPr>
          <p:cNvSpPr/>
          <p:nvPr/>
        </p:nvSpPr>
        <p:spPr>
          <a:xfrm>
            <a:off x="5175567" y="2728808"/>
            <a:ext cx="280378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4B76A99-0DD0-138B-610A-F3EFB9E68B91}"/>
              </a:ext>
            </a:extLst>
          </p:cNvPr>
          <p:cNvSpPr/>
          <p:nvPr/>
        </p:nvSpPr>
        <p:spPr>
          <a:xfrm>
            <a:off x="6719859" y="2728808"/>
            <a:ext cx="280378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4823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90</Words>
  <Application>Microsoft Macintosh PowerPoint</Application>
  <PresentationFormat>宽屏</PresentationFormat>
  <Paragraphs>67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office user</dc:creator>
  <cp:lastModifiedBy>office user</cp:lastModifiedBy>
  <cp:revision>13</cp:revision>
  <dcterms:created xsi:type="dcterms:W3CDTF">2025-10-28T02:59:39Z</dcterms:created>
  <dcterms:modified xsi:type="dcterms:W3CDTF">2025-10-28T09:54:54Z</dcterms:modified>
</cp:coreProperties>
</file>