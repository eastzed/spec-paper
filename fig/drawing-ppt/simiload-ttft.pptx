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96327"/>
  </p:normalViewPr>
  <p:slideViewPr>
    <p:cSldViewPr snapToGrid="0">
      <p:cViewPr>
        <p:scale>
          <a:sx n="154" d="100"/>
          <a:sy n="154" d="100"/>
        </p:scale>
        <p:origin x="-44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5D3229-73CE-06C9-DF1C-0189E27EF3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37B5F9-FD4A-6F9E-A361-C46672711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46C317-568B-3EF1-F406-EE666F22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6574-D557-D54A-A64C-35AC5FC0C40C}" type="datetimeFigureOut">
              <a:rPr kumimoji="1" lang="zh-CN" altLang="en-US" smtClean="0"/>
              <a:t>2025/10/28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F480B9-820E-7DCB-A818-3238DC474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C8C5CE-6778-87CD-268C-B4B5A6408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7263-3F58-B34D-A49E-B93125EFB8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9809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CCF771-2D45-3EB4-2A37-1439D9831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465870-2C6E-3F59-A9B3-86A605D7C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4CBBF5-569A-73BE-C876-3CD87A557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6574-D557-D54A-A64C-35AC5FC0C40C}" type="datetimeFigureOut">
              <a:rPr kumimoji="1" lang="zh-CN" altLang="en-US" smtClean="0"/>
              <a:t>2025/10/28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0A793F-B7AA-0992-A446-3313FC33F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D4889B-1A8C-37D4-56F5-7F3B46978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7263-3F58-B34D-A49E-B93125EFB8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1585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C52C63-049B-BEA6-53FB-94EA7E9F1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233AA0-FD06-80A0-A313-7755E8746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783C93-8E90-5223-34FB-60DEC1A2C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6574-D557-D54A-A64C-35AC5FC0C40C}" type="datetimeFigureOut">
              <a:rPr kumimoji="1" lang="zh-CN" altLang="en-US" smtClean="0"/>
              <a:t>2025/10/28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762C3C-40F2-4822-25F1-E4CFE8938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7CB9DF-7116-CE9D-E86E-227B217E1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7263-3F58-B34D-A49E-B93125EFB8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3588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507871-4F6F-BF1A-70B3-9C6C0F392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C96892-A47A-CC5A-FB08-5702F0818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F94716-8347-8019-56D3-06803FA54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891776-7452-BEA9-6529-37BCE911A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6574-D557-D54A-A64C-35AC5FC0C40C}" type="datetimeFigureOut">
              <a:rPr kumimoji="1" lang="zh-CN" altLang="en-US" smtClean="0"/>
              <a:t>2025/10/28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7FD884-36C8-A463-D9CB-91E5F1458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375E50-E505-9141-786C-76D4554D8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7263-3F58-B34D-A49E-B93125EFB8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3778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14E3B4-9AD3-B930-838E-665A06741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CA191B-AF21-334D-B796-46C343138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996301-96BC-E694-BDAB-B0197E669D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18D0C25-94F1-DF97-F584-7A7000BAEB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AB7C1A5-0A0F-49C1-1D17-9437457922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3D4D67-62F6-FB9C-F638-CB5C284BE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6574-D557-D54A-A64C-35AC5FC0C40C}" type="datetimeFigureOut">
              <a:rPr kumimoji="1" lang="zh-CN" altLang="en-US" smtClean="0"/>
              <a:t>2025/10/28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CCCA527-B90E-249C-ACE7-B664E00A5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62AF5B5-75C8-524A-46F7-A45E6CCD9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7263-3F58-B34D-A49E-B93125EFB8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4499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500F2B-AFDA-F832-6A4D-F0AE73C5E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B9C93D9-C8C1-C8A6-AF9C-07832A5A2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6574-D557-D54A-A64C-35AC5FC0C40C}" type="datetimeFigureOut">
              <a:rPr kumimoji="1" lang="zh-CN" altLang="en-US" smtClean="0"/>
              <a:t>2025/10/28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3FCDD9C-30C1-C175-61B7-7071EAC28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F6D3690-D093-B2EF-4474-7AB27FB71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7263-3F58-B34D-A49E-B93125EFB8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9068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9C45F53-DB28-6951-E7D1-57101D02E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6574-D557-D54A-A64C-35AC5FC0C40C}" type="datetimeFigureOut">
              <a:rPr kumimoji="1" lang="zh-CN" altLang="en-US" smtClean="0"/>
              <a:t>2025/10/28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04CC2A1-6134-B787-6957-61FBDF36F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E1C21E-AA43-0613-A8DF-53FBA0B9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7263-3F58-B34D-A49E-B93125EFB8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61893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003959-7012-36C1-253E-3C1D6C110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2862B0-9B9B-FDF5-385F-9343B27B5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CB377AB-1FD3-1FCC-D51D-EC50548D0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DD2410-9687-965F-BF3E-1E117704E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6574-D557-D54A-A64C-35AC5FC0C40C}" type="datetimeFigureOut">
              <a:rPr kumimoji="1" lang="zh-CN" altLang="en-US" smtClean="0"/>
              <a:t>2025/10/28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069F0D-7AA3-B758-4E87-1A647FBBC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400C4E-9D52-8DA0-F59F-E6F9A9B0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7263-3F58-B34D-A49E-B93125EFB8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5164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0F70C2-37BE-8E73-7436-3FD69ABA6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F0E4E0-7CF2-5EBE-0597-0B104D4D01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6FDD18-2A02-3F1E-F6B8-3DB21A5562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1A3D41-E431-E94D-29DD-9D6603A0A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6574-D557-D54A-A64C-35AC5FC0C40C}" type="datetimeFigureOut">
              <a:rPr kumimoji="1" lang="zh-CN" altLang="en-US" smtClean="0"/>
              <a:t>2025/10/28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32F892-E3F1-F26A-F098-05F224817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9A8A3B-AB6C-E7EE-8947-6A1C49C47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7263-3F58-B34D-A49E-B93125EFB8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77890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442927-7349-4AEC-5030-55426E6C8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51E0FA4-CFD5-29F4-7E69-9F36B8707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AEBB45-46D6-6D4B-D598-0F03D9A7B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6574-D557-D54A-A64C-35AC5FC0C40C}" type="datetimeFigureOut">
              <a:rPr kumimoji="1" lang="zh-CN" altLang="en-US" smtClean="0"/>
              <a:t>2025/10/28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8A4E61-D8C3-395A-D1FF-EAB82592C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16A4D9-F7A5-6537-3DA1-9C1C92370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7263-3F58-B34D-A49E-B93125EFB8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3700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01F5C35-F0EF-FC64-CC35-EDC34A8548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B81CD8-D1F2-191A-7FDC-09BCCD072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091523-B3E5-E2DA-0263-0D2471011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6574-D557-D54A-A64C-35AC5FC0C40C}" type="datetimeFigureOut">
              <a:rPr kumimoji="1" lang="zh-CN" altLang="en-US" smtClean="0"/>
              <a:t>2025/10/28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07167D-A9DB-D172-CA16-74EDB2FD2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D1E06A-7AED-B830-8BC3-48863F23D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7263-3F58-B34D-A49E-B93125EFB8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88490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4F2EC9B-FA32-69B7-30BC-9E80F62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CB53FC-C07B-15FE-4DB7-03A3F8BE2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594A26-37D5-8FC8-7EBE-5A533669A1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5F6574-D557-D54A-A64C-35AC5FC0C40C}" type="datetimeFigureOut">
              <a:rPr kumimoji="1" lang="zh-CN" altLang="en-US" smtClean="0"/>
              <a:t>2025/10/28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A909F6-0B70-3C43-3700-1C2A938CB2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683BDE-7DB0-DDBE-7F8E-704D59365E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127263-3F58-B34D-A49E-B93125EFB8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2871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ED90D71-AC2E-16A2-01AD-A4E315D98C29}"/>
              </a:ext>
            </a:extLst>
          </p:cNvPr>
          <p:cNvSpPr txBox="1"/>
          <p:nvPr/>
        </p:nvSpPr>
        <p:spPr>
          <a:xfrm>
            <a:off x="1506759" y="2946991"/>
            <a:ext cx="1360373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56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I/O</a:t>
            </a:r>
            <a:r>
              <a:rPr lang="zh-CN" altLang="en-US" dirty="0"/>
              <a:t> </a:t>
            </a:r>
            <a:r>
              <a:rPr lang="en-US" altLang="zh-CN" dirty="0"/>
              <a:t>stream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4396B9-6F92-EC03-B5C6-63AE3290DBF3}"/>
              </a:ext>
            </a:extLst>
          </p:cNvPr>
          <p:cNvSpPr txBox="1"/>
          <p:nvPr/>
        </p:nvSpPr>
        <p:spPr>
          <a:xfrm>
            <a:off x="1432667" y="2719550"/>
            <a:ext cx="1364400" cy="271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380"/>
              </a:lnSpc>
            </a:pP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GPU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stream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8901F0D-EBA9-AD3A-8E6A-9B53F8AA3399}"/>
              </a:ext>
            </a:extLst>
          </p:cNvPr>
          <p:cNvSpPr/>
          <p:nvPr/>
        </p:nvSpPr>
        <p:spPr>
          <a:xfrm>
            <a:off x="2640007" y="2979966"/>
            <a:ext cx="768943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9C698C04-9730-7FB3-E114-D18A0CF1D4E2}"/>
              </a:ext>
            </a:extLst>
          </p:cNvPr>
          <p:cNvCxnSpPr>
            <a:cxnSpLocks/>
          </p:cNvCxnSpPr>
          <p:nvPr/>
        </p:nvCxnSpPr>
        <p:spPr>
          <a:xfrm>
            <a:off x="2634930" y="3244502"/>
            <a:ext cx="450471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9BBA14FF-6ED4-384B-4916-4D19FBF97026}"/>
              </a:ext>
            </a:extLst>
          </p:cNvPr>
          <p:cNvSpPr txBox="1"/>
          <p:nvPr/>
        </p:nvSpPr>
        <p:spPr>
          <a:xfrm>
            <a:off x="7123579" y="3043877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39B2F28-11DE-14E5-D1CD-00DAB75E0822}"/>
              </a:ext>
            </a:extLst>
          </p:cNvPr>
          <p:cNvGrpSpPr/>
          <p:nvPr/>
        </p:nvGrpSpPr>
        <p:grpSpPr>
          <a:xfrm>
            <a:off x="6560632" y="2042805"/>
            <a:ext cx="1478284" cy="307777"/>
            <a:chOff x="349264" y="1953285"/>
            <a:chExt cx="1478284" cy="307777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680D2319-C367-71FE-9206-67F0F24CB119}"/>
                </a:ext>
              </a:extLst>
            </p:cNvPr>
            <p:cNvSpPr/>
            <p:nvPr/>
          </p:nvSpPr>
          <p:spPr>
            <a:xfrm>
              <a:off x="349264" y="1999173"/>
              <a:ext cx="360000" cy="2160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FE28F21B-13AE-42A8-258F-C09EE349711F}"/>
                </a:ext>
              </a:extLst>
            </p:cNvPr>
            <p:cNvSpPr txBox="1"/>
            <p:nvPr/>
          </p:nvSpPr>
          <p:spPr>
            <a:xfrm>
              <a:off x="668256" y="1953285"/>
              <a:ext cx="11592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kumimoji="1"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zh-CN" dirty="0"/>
                <a:t>computation</a:t>
              </a:r>
              <a:endParaRPr lang="zh-CN" altLang="en-US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9DEA9B1-242F-8D62-0AC7-D2331E1DFDD9}"/>
              </a:ext>
            </a:extLst>
          </p:cNvPr>
          <p:cNvGrpSpPr/>
          <p:nvPr/>
        </p:nvGrpSpPr>
        <p:grpSpPr>
          <a:xfrm>
            <a:off x="529333" y="2042805"/>
            <a:ext cx="1247274" cy="307777"/>
            <a:chOff x="4362428" y="1953285"/>
            <a:chExt cx="1247274" cy="307777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ED96414A-BCCE-8BF6-2B33-80F2BE8E9C34}"/>
                </a:ext>
              </a:extLst>
            </p:cNvPr>
            <p:cNvSpPr/>
            <p:nvPr/>
          </p:nvSpPr>
          <p:spPr>
            <a:xfrm>
              <a:off x="4362428" y="1999173"/>
              <a:ext cx="360000" cy="216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75D2CADF-2335-6321-EFBC-CDB7EC3391D0}"/>
                </a:ext>
              </a:extLst>
            </p:cNvPr>
            <p:cNvSpPr txBox="1"/>
            <p:nvPr/>
          </p:nvSpPr>
          <p:spPr>
            <a:xfrm>
              <a:off x="4678037" y="1953285"/>
              <a:ext cx="9316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kumimoji="1"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zh-CN" dirty="0"/>
                <a:t>K</a:t>
              </a:r>
              <a:r>
                <a:rPr lang="zh-CN" altLang="en-US" dirty="0"/>
                <a:t> </a:t>
              </a:r>
              <a:r>
                <a:rPr lang="en-US" altLang="zh-CN" dirty="0"/>
                <a:t>loading</a:t>
              </a:r>
              <a:endParaRPr lang="zh-CN" altLang="en-US" dirty="0"/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3B9CE33A-4044-D439-8BEB-1E25B7ABB9C5}"/>
              </a:ext>
            </a:extLst>
          </p:cNvPr>
          <p:cNvSpPr txBox="1"/>
          <p:nvPr/>
        </p:nvSpPr>
        <p:spPr>
          <a:xfrm>
            <a:off x="1006108" y="2766789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4B3FB7CC-468A-8C53-BED7-32FC469C3EE7}"/>
              </a:ext>
            </a:extLst>
          </p:cNvPr>
          <p:cNvCxnSpPr>
            <a:cxnSpLocks/>
          </p:cNvCxnSpPr>
          <p:nvPr/>
        </p:nvCxnSpPr>
        <p:spPr>
          <a:xfrm flipV="1">
            <a:off x="2637468" y="2664800"/>
            <a:ext cx="0" cy="574891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123DD6B0-4C9C-7CE9-6F27-592462EE8811}"/>
              </a:ext>
            </a:extLst>
          </p:cNvPr>
          <p:cNvGrpSpPr/>
          <p:nvPr/>
        </p:nvGrpSpPr>
        <p:grpSpPr>
          <a:xfrm>
            <a:off x="3515245" y="2042805"/>
            <a:ext cx="1698039" cy="307777"/>
            <a:chOff x="2275070" y="1964633"/>
            <a:chExt cx="1698039" cy="307777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0211E447-F4A3-8AFE-0AC0-97F425526D4F}"/>
                </a:ext>
              </a:extLst>
            </p:cNvPr>
            <p:cNvSpPr/>
            <p:nvPr/>
          </p:nvSpPr>
          <p:spPr>
            <a:xfrm>
              <a:off x="2275070" y="1999173"/>
              <a:ext cx="360000" cy="216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9DB66015-D000-FCA4-176D-A60B049BAC02}"/>
                </a:ext>
              </a:extLst>
            </p:cNvPr>
            <p:cNvSpPr txBox="1"/>
            <p:nvPr/>
          </p:nvSpPr>
          <p:spPr>
            <a:xfrm>
              <a:off x="2594205" y="1964633"/>
              <a:ext cx="13789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kumimoji="1"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zh-CN" dirty="0"/>
                <a:t>token</a:t>
              </a:r>
              <a:r>
                <a:rPr lang="zh-CN" altLang="en-US" dirty="0"/>
                <a:t> </a:t>
              </a:r>
              <a:r>
                <a:rPr lang="en-US" altLang="zh-CN" dirty="0"/>
                <a:t>selection</a:t>
              </a:r>
              <a:endParaRPr lang="zh-CN" altLang="en-US" dirty="0"/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215538BF-2B6E-D73E-019C-31DCD487BBD3}"/>
              </a:ext>
            </a:extLst>
          </p:cNvPr>
          <p:cNvGrpSpPr/>
          <p:nvPr/>
        </p:nvGrpSpPr>
        <p:grpSpPr>
          <a:xfrm>
            <a:off x="5256123" y="2042805"/>
            <a:ext cx="1250722" cy="307777"/>
            <a:chOff x="4362428" y="1953285"/>
            <a:chExt cx="1250722" cy="307777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9A9BADF4-F6F6-C4B8-00D1-17680513CC19}"/>
                </a:ext>
              </a:extLst>
            </p:cNvPr>
            <p:cNvSpPr/>
            <p:nvPr/>
          </p:nvSpPr>
          <p:spPr>
            <a:xfrm>
              <a:off x="4362428" y="1999173"/>
              <a:ext cx="360000" cy="216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CDF184A3-63C1-9422-55D9-AE7D33E04D79}"/>
                </a:ext>
              </a:extLst>
            </p:cNvPr>
            <p:cNvSpPr txBox="1"/>
            <p:nvPr/>
          </p:nvSpPr>
          <p:spPr>
            <a:xfrm>
              <a:off x="4681485" y="1953285"/>
              <a:ext cx="9316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kumimoji="1"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zh-CN" dirty="0"/>
                <a:t>V</a:t>
              </a:r>
              <a:r>
                <a:rPr lang="zh-CN" altLang="en-US" dirty="0"/>
                <a:t> </a:t>
              </a:r>
              <a:r>
                <a:rPr lang="en-US" altLang="zh-CN" dirty="0"/>
                <a:t>loading</a:t>
              </a:r>
              <a:endParaRPr lang="zh-CN" altLang="en-US" dirty="0"/>
            </a:p>
          </p:txBody>
        </p:sp>
      </p:grpSp>
      <p:sp>
        <p:nvSpPr>
          <p:cNvPr id="40" name="矩形 39">
            <a:extLst>
              <a:ext uri="{FF2B5EF4-FFF2-40B4-BE49-F238E27FC236}">
                <a16:creationId xmlns:a16="http://schemas.microsoft.com/office/drawing/2014/main" id="{D07F6103-0728-0307-5CC2-19A0E95C41AE}"/>
              </a:ext>
            </a:extLst>
          </p:cNvPr>
          <p:cNvSpPr/>
          <p:nvPr/>
        </p:nvSpPr>
        <p:spPr>
          <a:xfrm>
            <a:off x="3406998" y="2712095"/>
            <a:ext cx="219600" cy="21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6A716EE-904D-8E0E-DA8E-003147E1F2DC}"/>
              </a:ext>
            </a:extLst>
          </p:cNvPr>
          <p:cNvSpPr/>
          <p:nvPr/>
        </p:nvSpPr>
        <p:spPr>
          <a:xfrm>
            <a:off x="3627139" y="2981766"/>
            <a:ext cx="180000" cy="21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F067E37-F43D-4669-32C3-CB58B63EBC26}"/>
              </a:ext>
            </a:extLst>
          </p:cNvPr>
          <p:cNvSpPr/>
          <p:nvPr/>
        </p:nvSpPr>
        <p:spPr>
          <a:xfrm>
            <a:off x="3804407" y="2979966"/>
            <a:ext cx="768943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8FFBFC2-2BE0-F39E-28F1-734140EAF960}"/>
              </a:ext>
            </a:extLst>
          </p:cNvPr>
          <p:cNvSpPr/>
          <p:nvPr/>
        </p:nvSpPr>
        <p:spPr>
          <a:xfrm>
            <a:off x="4579309" y="2712095"/>
            <a:ext cx="219600" cy="21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D183403-C3A5-4309-A56F-291D9FFAE9AF}"/>
              </a:ext>
            </a:extLst>
          </p:cNvPr>
          <p:cNvSpPr/>
          <p:nvPr/>
        </p:nvSpPr>
        <p:spPr>
          <a:xfrm>
            <a:off x="4806884" y="2981766"/>
            <a:ext cx="180000" cy="21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D0A2FB8-55EE-2884-6661-7AA1EBA2CD7D}"/>
              </a:ext>
            </a:extLst>
          </p:cNvPr>
          <p:cNvSpPr/>
          <p:nvPr/>
        </p:nvSpPr>
        <p:spPr>
          <a:xfrm>
            <a:off x="4985710" y="2979966"/>
            <a:ext cx="768943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107B9B8-5C92-97B5-2274-27D729B43E48}"/>
              </a:ext>
            </a:extLst>
          </p:cNvPr>
          <p:cNvSpPr/>
          <p:nvPr/>
        </p:nvSpPr>
        <p:spPr>
          <a:xfrm>
            <a:off x="5750439" y="2712095"/>
            <a:ext cx="219600" cy="21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697A45B-604C-7953-498B-51D5F0B19DAE}"/>
              </a:ext>
            </a:extLst>
          </p:cNvPr>
          <p:cNvSpPr/>
          <p:nvPr/>
        </p:nvSpPr>
        <p:spPr>
          <a:xfrm>
            <a:off x="5969703" y="2981766"/>
            <a:ext cx="180000" cy="21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0F13BE1-0D6A-7B15-8554-5D1837533112}"/>
              </a:ext>
            </a:extLst>
          </p:cNvPr>
          <p:cNvSpPr txBox="1"/>
          <p:nvPr/>
        </p:nvSpPr>
        <p:spPr>
          <a:xfrm>
            <a:off x="4086996" y="2469929"/>
            <a:ext cx="586231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56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b="1" dirty="0">
                <a:solidFill>
                  <a:srgbClr val="C00000"/>
                </a:solidFill>
              </a:rPr>
              <a:t>Idle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C4C69205-AC8B-18DC-5B79-8CFB9262D79B}"/>
              </a:ext>
            </a:extLst>
          </p:cNvPr>
          <p:cNvCxnSpPr>
            <a:cxnSpLocks/>
          </p:cNvCxnSpPr>
          <p:nvPr/>
        </p:nvCxnSpPr>
        <p:spPr>
          <a:xfrm flipV="1">
            <a:off x="4174522" y="2820095"/>
            <a:ext cx="404787" cy="3241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75386120-87CD-0C64-0325-4DA8E379817F}"/>
              </a:ext>
            </a:extLst>
          </p:cNvPr>
          <p:cNvSpPr txBox="1"/>
          <p:nvPr/>
        </p:nvSpPr>
        <p:spPr>
          <a:xfrm>
            <a:off x="1515708" y="3880264"/>
            <a:ext cx="1360373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56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I/O</a:t>
            </a:r>
            <a:r>
              <a:rPr lang="zh-CN" altLang="en-US" dirty="0"/>
              <a:t> </a:t>
            </a:r>
            <a:r>
              <a:rPr lang="en-US" altLang="zh-CN" dirty="0"/>
              <a:t>stream</a:t>
            </a:r>
            <a:endParaRPr lang="zh-CN" altLang="en-US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8D52F96-638D-AE81-103F-1D83A4CBB6AB}"/>
              </a:ext>
            </a:extLst>
          </p:cNvPr>
          <p:cNvSpPr txBox="1"/>
          <p:nvPr/>
        </p:nvSpPr>
        <p:spPr>
          <a:xfrm>
            <a:off x="1441616" y="3652823"/>
            <a:ext cx="1364400" cy="271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380"/>
              </a:lnSpc>
            </a:pP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GPU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stream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FC83145-1AE3-BA25-28F9-2D56AA2D19DC}"/>
              </a:ext>
            </a:extLst>
          </p:cNvPr>
          <p:cNvSpPr/>
          <p:nvPr/>
        </p:nvSpPr>
        <p:spPr>
          <a:xfrm>
            <a:off x="2648473" y="3903392"/>
            <a:ext cx="144000" cy="2196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EFCE130-932E-27B2-3E2C-AD6BBE9EBB77}"/>
              </a:ext>
            </a:extLst>
          </p:cNvPr>
          <p:cNvCxnSpPr>
            <a:cxnSpLocks/>
          </p:cNvCxnSpPr>
          <p:nvPr/>
        </p:nvCxnSpPr>
        <p:spPr>
          <a:xfrm>
            <a:off x="2647629" y="4167273"/>
            <a:ext cx="447595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603DB361-9D34-F205-96A7-73B72E4E760B}"/>
              </a:ext>
            </a:extLst>
          </p:cNvPr>
          <p:cNvCxnSpPr>
            <a:cxnSpLocks/>
          </p:cNvCxnSpPr>
          <p:nvPr/>
        </p:nvCxnSpPr>
        <p:spPr>
          <a:xfrm flipV="1">
            <a:off x="2646417" y="3598073"/>
            <a:ext cx="0" cy="574891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矩形 60">
            <a:extLst>
              <a:ext uri="{FF2B5EF4-FFF2-40B4-BE49-F238E27FC236}">
                <a16:creationId xmlns:a16="http://schemas.microsoft.com/office/drawing/2014/main" id="{0753B193-DF34-BEF5-C66F-02FD13CED074}"/>
              </a:ext>
            </a:extLst>
          </p:cNvPr>
          <p:cNvSpPr/>
          <p:nvPr/>
        </p:nvSpPr>
        <p:spPr>
          <a:xfrm>
            <a:off x="3208744" y="3903392"/>
            <a:ext cx="180000" cy="21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3E796E98-ADD9-5DD1-6626-6AEED72D5D08}"/>
              </a:ext>
            </a:extLst>
          </p:cNvPr>
          <p:cNvCxnSpPr>
            <a:cxnSpLocks/>
          </p:cNvCxnSpPr>
          <p:nvPr/>
        </p:nvCxnSpPr>
        <p:spPr>
          <a:xfrm>
            <a:off x="5349877" y="2816855"/>
            <a:ext cx="400562" cy="3240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88454736-41D3-0A8E-C109-2E94E0652C10}"/>
              </a:ext>
            </a:extLst>
          </p:cNvPr>
          <p:cNvCxnSpPr>
            <a:cxnSpLocks/>
          </p:cNvCxnSpPr>
          <p:nvPr/>
        </p:nvCxnSpPr>
        <p:spPr>
          <a:xfrm flipV="1">
            <a:off x="6533805" y="2748329"/>
            <a:ext cx="0" cy="142544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93C38007-2424-B499-80FC-AFD7F53DD004}"/>
              </a:ext>
            </a:extLst>
          </p:cNvPr>
          <p:cNvCxnSpPr>
            <a:cxnSpLocks/>
          </p:cNvCxnSpPr>
          <p:nvPr/>
        </p:nvCxnSpPr>
        <p:spPr>
          <a:xfrm flipV="1">
            <a:off x="5629878" y="3442251"/>
            <a:ext cx="0" cy="726396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31B36728-DD5E-0802-D924-93717C4EA226}"/>
              </a:ext>
            </a:extLst>
          </p:cNvPr>
          <p:cNvCxnSpPr>
            <a:cxnSpLocks/>
          </p:cNvCxnSpPr>
          <p:nvPr/>
        </p:nvCxnSpPr>
        <p:spPr>
          <a:xfrm>
            <a:off x="5621565" y="3670467"/>
            <a:ext cx="930754" cy="0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文本框 95">
            <a:extLst>
              <a:ext uri="{FF2B5EF4-FFF2-40B4-BE49-F238E27FC236}">
                <a16:creationId xmlns:a16="http://schemas.microsoft.com/office/drawing/2014/main" id="{70FB7BF4-352E-3295-DCE9-020046F261F4}"/>
              </a:ext>
            </a:extLst>
          </p:cNvPr>
          <p:cNvSpPr txBox="1"/>
          <p:nvPr/>
        </p:nvSpPr>
        <p:spPr>
          <a:xfrm>
            <a:off x="5471163" y="3741515"/>
            <a:ext cx="1219161" cy="42575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56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ts val="1260"/>
              </a:lnSpc>
            </a:pPr>
            <a:r>
              <a:rPr lang="en-US" altLang="zh-CN" b="1" dirty="0">
                <a:solidFill>
                  <a:schemeClr val="accent1"/>
                </a:solidFill>
              </a:rPr>
              <a:t>TTFT</a:t>
            </a:r>
          </a:p>
          <a:p>
            <a:pPr>
              <a:lnSpc>
                <a:spcPts val="1260"/>
              </a:lnSpc>
            </a:pPr>
            <a:r>
              <a:rPr lang="en-US" altLang="zh-CN" b="1" dirty="0">
                <a:solidFill>
                  <a:schemeClr val="accent1"/>
                </a:solidFill>
              </a:rPr>
              <a:t>Reduction</a:t>
            </a:r>
            <a:endParaRPr lang="zh-CN" altLang="en-US" b="1" dirty="0">
              <a:solidFill>
                <a:schemeClr val="accent1"/>
              </a:solidFill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07F9D41A-CB91-B9B8-5EE9-2D56409DDEF9}"/>
              </a:ext>
            </a:extLst>
          </p:cNvPr>
          <p:cNvSpPr txBox="1"/>
          <p:nvPr/>
        </p:nvSpPr>
        <p:spPr>
          <a:xfrm>
            <a:off x="1015057" y="3701601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3F14F13-40DF-277C-3282-E381EA4DDE79}"/>
              </a:ext>
            </a:extLst>
          </p:cNvPr>
          <p:cNvSpPr/>
          <p:nvPr/>
        </p:nvSpPr>
        <p:spPr>
          <a:xfrm>
            <a:off x="3811353" y="2710295"/>
            <a:ext cx="363169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C4004231-DDB5-B703-3AA1-06A240C30BE1}"/>
              </a:ext>
            </a:extLst>
          </p:cNvPr>
          <p:cNvSpPr/>
          <p:nvPr/>
        </p:nvSpPr>
        <p:spPr>
          <a:xfrm>
            <a:off x="3032791" y="3903392"/>
            <a:ext cx="180000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AEB449D6-2BB4-41B8-3A1A-EC86FD68D7AF}"/>
              </a:ext>
            </a:extLst>
          </p:cNvPr>
          <p:cNvSpPr/>
          <p:nvPr/>
        </p:nvSpPr>
        <p:spPr>
          <a:xfrm>
            <a:off x="3383437" y="3903392"/>
            <a:ext cx="144000" cy="2196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F988B3FD-5420-49B3-3669-6377CA0B73EE}"/>
              </a:ext>
            </a:extLst>
          </p:cNvPr>
          <p:cNvSpPr/>
          <p:nvPr/>
        </p:nvSpPr>
        <p:spPr>
          <a:xfrm>
            <a:off x="4143598" y="3903392"/>
            <a:ext cx="180000" cy="21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7DBAFDA3-2DF2-0EFA-7FEB-6C9E1386B7D7}"/>
              </a:ext>
            </a:extLst>
          </p:cNvPr>
          <p:cNvSpPr/>
          <p:nvPr/>
        </p:nvSpPr>
        <p:spPr>
          <a:xfrm>
            <a:off x="3971541" y="3903392"/>
            <a:ext cx="180000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A9A9210-6CC3-03A0-3E31-F7997EDDEA24}"/>
              </a:ext>
            </a:extLst>
          </p:cNvPr>
          <p:cNvSpPr/>
          <p:nvPr/>
        </p:nvSpPr>
        <p:spPr>
          <a:xfrm>
            <a:off x="4986708" y="2710295"/>
            <a:ext cx="363169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8D9BD67-4384-8632-1215-35E6DFA08734}"/>
              </a:ext>
            </a:extLst>
          </p:cNvPr>
          <p:cNvSpPr txBox="1"/>
          <p:nvPr/>
        </p:nvSpPr>
        <p:spPr>
          <a:xfrm>
            <a:off x="5253543" y="2463806"/>
            <a:ext cx="586231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56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b="1" dirty="0">
                <a:solidFill>
                  <a:srgbClr val="C00000"/>
                </a:solidFill>
              </a:rPr>
              <a:t>Idle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B322105-6CC1-7329-ECBB-341DD089D85F}"/>
              </a:ext>
            </a:extLst>
          </p:cNvPr>
          <p:cNvSpPr/>
          <p:nvPr/>
        </p:nvSpPr>
        <p:spPr>
          <a:xfrm>
            <a:off x="6170636" y="2712211"/>
            <a:ext cx="363169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CCF4BAC2-A898-285E-C705-DB99C3E59B69}"/>
              </a:ext>
            </a:extLst>
          </p:cNvPr>
          <p:cNvGrpSpPr/>
          <p:nvPr/>
        </p:nvGrpSpPr>
        <p:grpSpPr>
          <a:xfrm>
            <a:off x="1779908" y="2042805"/>
            <a:ext cx="1724969" cy="307777"/>
            <a:chOff x="4362428" y="1953285"/>
            <a:chExt cx="1724969" cy="307777"/>
          </a:xfrm>
        </p:grpSpPr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C8BC731D-9F98-C303-B0EB-38259FAE4858}"/>
                </a:ext>
              </a:extLst>
            </p:cNvPr>
            <p:cNvSpPr/>
            <p:nvPr/>
          </p:nvSpPr>
          <p:spPr>
            <a:xfrm>
              <a:off x="4362428" y="1999173"/>
              <a:ext cx="360000" cy="216000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157AFF84-2D30-73E1-10CF-D94E556DEF3E}"/>
                </a:ext>
              </a:extLst>
            </p:cNvPr>
            <p:cNvSpPr txBox="1"/>
            <p:nvPr/>
          </p:nvSpPr>
          <p:spPr>
            <a:xfrm>
              <a:off x="4678037" y="1953285"/>
              <a:ext cx="14093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kumimoji="1"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zh-CN" dirty="0"/>
                <a:t>Head</a:t>
              </a:r>
              <a:r>
                <a:rPr lang="zh-CN" altLang="en-US" dirty="0"/>
                <a:t> </a:t>
              </a:r>
              <a:r>
                <a:rPr lang="en-US" altLang="zh-CN" dirty="0"/>
                <a:t>K</a:t>
              </a:r>
              <a:r>
                <a:rPr lang="zh-CN" altLang="en-US" dirty="0"/>
                <a:t> </a:t>
              </a:r>
              <a:r>
                <a:rPr lang="en-US" altLang="zh-CN" dirty="0"/>
                <a:t>loading</a:t>
              </a:r>
              <a:endParaRPr lang="zh-CN" altLang="en-US" dirty="0"/>
            </a:p>
          </p:txBody>
        </p:sp>
      </p:grpSp>
      <p:sp>
        <p:nvSpPr>
          <p:cNvPr id="67" name="矩形 66">
            <a:extLst>
              <a:ext uri="{FF2B5EF4-FFF2-40B4-BE49-F238E27FC236}">
                <a16:creationId xmlns:a16="http://schemas.microsoft.com/office/drawing/2014/main" id="{147D9C18-3EC3-3F99-F86A-49F2DEAE06B6}"/>
              </a:ext>
            </a:extLst>
          </p:cNvPr>
          <p:cNvSpPr/>
          <p:nvPr/>
        </p:nvSpPr>
        <p:spPr>
          <a:xfrm>
            <a:off x="2811047" y="3612344"/>
            <a:ext cx="219600" cy="21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10628DA9-77A8-7BAC-6BA5-D3E18625A30B}"/>
              </a:ext>
            </a:extLst>
          </p:cNvPr>
          <p:cNvSpPr/>
          <p:nvPr/>
        </p:nvSpPr>
        <p:spPr>
          <a:xfrm>
            <a:off x="3752100" y="3612344"/>
            <a:ext cx="219600" cy="21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B1DAE99A-36F8-CF46-FD4D-472ECE07009B}"/>
              </a:ext>
            </a:extLst>
          </p:cNvPr>
          <p:cNvSpPr/>
          <p:nvPr/>
        </p:nvSpPr>
        <p:spPr>
          <a:xfrm>
            <a:off x="3390555" y="3610544"/>
            <a:ext cx="363169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465ABE13-493B-07F2-B3A9-94714D98C36C}"/>
              </a:ext>
            </a:extLst>
          </p:cNvPr>
          <p:cNvSpPr/>
          <p:nvPr/>
        </p:nvSpPr>
        <p:spPr>
          <a:xfrm>
            <a:off x="4325938" y="3903392"/>
            <a:ext cx="144000" cy="2196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AA5A74D2-63BE-A25A-E027-C1BC55F30DD6}"/>
              </a:ext>
            </a:extLst>
          </p:cNvPr>
          <p:cNvSpPr/>
          <p:nvPr/>
        </p:nvSpPr>
        <p:spPr>
          <a:xfrm>
            <a:off x="4685896" y="3612344"/>
            <a:ext cx="219600" cy="21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1F6F3B24-1EDC-BA0B-9F2C-89F5D5042FF8}"/>
              </a:ext>
            </a:extLst>
          </p:cNvPr>
          <p:cNvSpPr/>
          <p:nvPr/>
        </p:nvSpPr>
        <p:spPr>
          <a:xfrm>
            <a:off x="4324351" y="3610544"/>
            <a:ext cx="363169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8727A376-9FCF-89D7-C52D-289D3F008CEC}"/>
              </a:ext>
            </a:extLst>
          </p:cNvPr>
          <p:cNvSpPr/>
          <p:nvPr/>
        </p:nvSpPr>
        <p:spPr>
          <a:xfrm>
            <a:off x="5069081" y="3903392"/>
            <a:ext cx="180000" cy="21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7750418F-DBA9-4B2B-9CE1-AF2A8E22F484}"/>
              </a:ext>
            </a:extLst>
          </p:cNvPr>
          <p:cNvSpPr/>
          <p:nvPr/>
        </p:nvSpPr>
        <p:spPr>
          <a:xfrm>
            <a:off x="4897024" y="3903392"/>
            <a:ext cx="180000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87ECA22C-60C5-B1C6-D903-58678DD55367}"/>
              </a:ext>
            </a:extLst>
          </p:cNvPr>
          <p:cNvSpPr/>
          <p:nvPr/>
        </p:nvSpPr>
        <p:spPr>
          <a:xfrm>
            <a:off x="5272059" y="3610544"/>
            <a:ext cx="363169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B47F789-C80F-580B-F420-21E7061A998A}"/>
              </a:ext>
            </a:extLst>
          </p:cNvPr>
          <p:cNvSpPr txBox="1"/>
          <p:nvPr/>
        </p:nvSpPr>
        <p:spPr>
          <a:xfrm>
            <a:off x="7142952" y="4019881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3" name="曲线连接符 92">
            <a:extLst>
              <a:ext uri="{FF2B5EF4-FFF2-40B4-BE49-F238E27FC236}">
                <a16:creationId xmlns:a16="http://schemas.microsoft.com/office/drawing/2014/main" id="{A09623DB-A125-7460-E1FA-038ADFFCCAE3}"/>
              </a:ext>
            </a:extLst>
          </p:cNvPr>
          <p:cNvCxnSpPr>
            <a:cxnSpLocks/>
            <a:stCxn id="129" idx="0"/>
            <a:endCxn id="68" idx="1"/>
          </p:cNvCxnSpPr>
          <p:nvPr/>
        </p:nvCxnSpPr>
        <p:spPr>
          <a:xfrm rot="5400000" flipH="1" flipV="1">
            <a:off x="3512244" y="3663537"/>
            <a:ext cx="183048" cy="296663"/>
          </a:xfrm>
          <a:prstGeom prst="curvedConnector2">
            <a:avLst/>
          </a:prstGeom>
          <a:ln w="22225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曲线连接符 94">
            <a:extLst>
              <a:ext uri="{FF2B5EF4-FFF2-40B4-BE49-F238E27FC236}">
                <a16:creationId xmlns:a16="http://schemas.microsoft.com/office/drawing/2014/main" id="{CAF408A4-B1D9-B142-90D0-875F3E4710D3}"/>
              </a:ext>
            </a:extLst>
          </p:cNvPr>
          <p:cNvCxnSpPr>
            <a:cxnSpLocks/>
            <a:stCxn id="68" idx="3"/>
            <a:endCxn id="133" idx="0"/>
          </p:cNvCxnSpPr>
          <p:nvPr/>
        </p:nvCxnSpPr>
        <p:spPr>
          <a:xfrm>
            <a:off x="3971700" y="3720344"/>
            <a:ext cx="89841" cy="183048"/>
          </a:xfrm>
          <a:prstGeom prst="curvedConnector2">
            <a:avLst/>
          </a:prstGeom>
          <a:ln w="22225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文本框 125">
            <a:extLst>
              <a:ext uri="{FF2B5EF4-FFF2-40B4-BE49-F238E27FC236}">
                <a16:creationId xmlns:a16="http://schemas.microsoft.com/office/drawing/2014/main" id="{65058F96-0134-FA43-4D4E-025EFB0C5EEE}"/>
              </a:ext>
            </a:extLst>
          </p:cNvPr>
          <p:cNvSpPr txBox="1"/>
          <p:nvPr/>
        </p:nvSpPr>
        <p:spPr>
          <a:xfrm>
            <a:off x="1527128" y="4957144"/>
            <a:ext cx="1360373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56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I/O</a:t>
            </a:r>
            <a:r>
              <a:rPr lang="zh-CN" altLang="en-US" dirty="0"/>
              <a:t> </a:t>
            </a:r>
            <a:r>
              <a:rPr lang="en-US" altLang="zh-CN" dirty="0"/>
              <a:t>stream</a:t>
            </a:r>
            <a:endParaRPr lang="zh-CN" altLang="en-US" dirty="0"/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D1FD7C7D-B7AB-FEFC-9604-FAE1FF8484E8}"/>
              </a:ext>
            </a:extLst>
          </p:cNvPr>
          <p:cNvSpPr txBox="1"/>
          <p:nvPr/>
        </p:nvSpPr>
        <p:spPr>
          <a:xfrm>
            <a:off x="1453036" y="4729703"/>
            <a:ext cx="1364400" cy="271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380"/>
              </a:lnSpc>
            </a:pP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GPU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stream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382AF2BE-544B-0629-26D2-CAEE2D7A8412}"/>
              </a:ext>
            </a:extLst>
          </p:cNvPr>
          <p:cNvSpPr/>
          <p:nvPr/>
        </p:nvSpPr>
        <p:spPr>
          <a:xfrm>
            <a:off x="2659893" y="4980272"/>
            <a:ext cx="144000" cy="2196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2" name="直线箭头连接符 151">
            <a:extLst>
              <a:ext uri="{FF2B5EF4-FFF2-40B4-BE49-F238E27FC236}">
                <a16:creationId xmlns:a16="http://schemas.microsoft.com/office/drawing/2014/main" id="{799D9D70-031D-190E-6D48-3CCD4E02584F}"/>
              </a:ext>
            </a:extLst>
          </p:cNvPr>
          <p:cNvCxnSpPr>
            <a:cxnSpLocks/>
          </p:cNvCxnSpPr>
          <p:nvPr/>
        </p:nvCxnSpPr>
        <p:spPr>
          <a:xfrm>
            <a:off x="2659049" y="5244153"/>
            <a:ext cx="447595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直线箭头连接符 152">
            <a:extLst>
              <a:ext uri="{FF2B5EF4-FFF2-40B4-BE49-F238E27FC236}">
                <a16:creationId xmlns:a16="http://schemas.microsoft.com/office/drawing/2014/main" id="{94CF93B8-49DD-0120-3765-7880FC752F5C}"/>
              </a:ext>
            </a:extLst>
          </p:cNvPr>
          <p:cNvCxnSpPr>
            <a:cxnSpLocks/>
          </p:cNvCxnSpPr>
          <p:nvPr/>
        </p:nvCxnSpPr>
        <p:spPr>
          <a:xfrm flipV="1">
            <a:off x="2657837" y="4674953"/>
            <a:ext cx="0" cy="574891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8" name="文本框 157">
            <a:extLst>
              <a:ext uri="{FF2B5EF4-FFF2-40B4-BE49-F238E27FC236}">
                <a16:creationId xmlns:a16="http://schemas.microsoft.com/office/drawing/2014/main" id="{315E6B09-AF3C-2E3C-43C1-27A6666A474A}"/>
              </a:ext>
            </a:extLst>
          </p:cNvPr>
          <p:cNvSpPr txBox="1"/>
          <p:nvPr/>
        </p:nvSpPr>
        <p:spPr>
          <a:xfrm>
            <a:off x="1026477" y="4778481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833341B6-806C-0981-3117-1DD59B115C33}"/>
              </a:ext>
            </a:extLst>
          </p:cNvPr>
          <p:cNvSpPr/>
          <p:nvPr/>
        </p:nvSpPr>
        <p:spPr>
          <a:xfrm>
            <a:off x="3037407" y="4980272"/>
            <a:ext cx="144000" cy="2196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8182A888-9135-5343-B9AE-423DDCB40129}"/>
              </a:ext>
            </a:extLst>
          </p:cNvPr>
          <p:cNvSpPr/>
          <p:nvPr/>
        </p:nvSpPr>
        <p:spPr>
          <a:xfrm>
            <a:off x="3348683" y="4980272"/>
            <a:ext cx="180000" cy="21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65FB3120-DC97-9DEA-3213-BE5F9C708ED9}"/>
              </a:ext>
            </a:extLst>
          </p:cNvPr>
          <p:cNvSpPr/>
          <p:nvPr/>
        </p:nvSpPr>
        <p:spPr>
          <a:xfrm>
            <a:off x="3176626" y="4980272"/>
            <a:ext cx="180000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F8125E99-2677-2D25-3FF2-1601E7B8B2C6}"/>
              </a:ext>
            </a:extLst>
          </p:cNvPr>
          <p:cNvSpPr/>
          <p:nvPr/>
        </p:nvSpPr>
        <p:spPr>
          <a:xfrm>
            <a:off x="2822467" y="4689224"/>
            <a:ext cx="219600" cy="21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969832BA-0B52-FB5A-B1A1-AEEDDF97E44E}"/>
              </a:ext>
            </a:extLst>
          </p:cNvPr>
          <p:cNvSpPr/>
          <p:nvPr/>
        </p:nvSpPr>
        <p:spPr>
          <a:xfrm>
            <a:off x="3406069" y="4689224"/>
            <a:ext cx="219600" cy="21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1AC177D5-5D61-19F9-782A-C2441B7339EB}"/>
              </a:ext>
            </a:extLst>
          </p:cNvPr>
          <p:cNvSpPr/>
          <p:nvPr/>
        </p:nvSpPr>
        <p:spPr>
          <a:xfrm>
            <a:off x="3044525" y="4687424"/>
            <a:ext cx="363169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2AA252A1-1DC2-8904-CB8D-4D35AF4732E2}"/>
              </a:ext>
            </a:extLst>
          </p:cNvPr>
          <p:cNvSpPr/>
          <p:nvPr/>
        </p:nvSpPr>
        <p:spPr>
          <a:xfrm>
            <a:off x="3614149" y="4980272"/>
            <a:ext cx="144000" cy="2196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1F768CD7-8ED9-6C84-A0D7-9C53341851A0}"/>
              </a:ext>
            </a:extLst>
          </p:cNvPr>
          <p:cNvSpPr/>
          <p:nvPr/>
        </p:nvSpPr>
        <p:spPr>
          <a:xfrm>
            <a:off x="3982422" y="4689224"/>
            <a:ext cx="219600" cy="21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7466FAF6-F668-E65E-6D5F-A27DC384AA45}"/>
              </a:ext>
            </a:extLst>
          </p:cNvPr>
          <p:cNvSpPr/>
          <p:nvPr/>
        </p:nvSpPr>
        <p:spPr>
          <a:xfrm>
            <a:off x="3620877" y="4687424"/>
            <a:ext cx="363169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922CF3A5-201C-62D6-6773-95255EAB0E7C}"/>
              </a:ext>
            </a:extLst>
          </p:cNvPr>
          <p:cNvSpPr/>
          <p:nvPr/>
        </p:nvSpPr>
        <p:spPr>
          <a:xfrm>
            <a:off x="3933343" y="4980272"/>
            <a:ext cx="180000" cy="21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604F5814-0AD9-2FB9-D967-31B91A901A6A}"/>
              </a:ext>
            </a:extLst>
          </p:cNvPr>
          <p:cNvSpPr/>
          <p:nvPr/>
        </p:nvSpPr>
        <p:spPr>
          <a:xfrm>
            <a:off x="3761286" y="4980272"/>
            <a:ext cx="180000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1F7C391F-D777-0C83-C515-41D787169192}"/>
              </a:ext>
            </a:extLst>
          </p:cNvPr>
          <p:cNvSpPr/>
          <p:nvPr/>
        </p:nvSpPr>
        <p:spPr>
          <a:xfrm>
            <a:off x="4568585" y="4687424"/>
            <a:ext cx="363169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3E37876E-0682-E1F9-AAF1-0E79D3E28CF5}"/>
              </a:ext>
            </a:extLst>
          </p:cNvPr>
          <p:cNvSpPr txBox="1"/>
          <p:nvPr/>
        </p:nvSpPr>
        <p:spPr>
          <a:xfrm>
            <a:off x="7154372" y="5096761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482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84</Words>
  <Application>Microsoft Macintosh PowerPoint</Application>
  <PresentationFormat>宽屏</PresentationFormat>
  <Paragraphs>61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 user</dc:creator>
  <cp:lastModifiedBy>office user</cp:lastModifiedBy>
  <cp:revision>7</cp:revision>
  <dcterms:created xsi:type="dcterms:W3CDTF">2025-10-28T02:59:39Z</dcterms:created>
  <dcterms:modified xsi:type="dcterms:W3CDTF">2025-10-28T04:01:55Z</dcterms:modified>
</cp:coreProperties>
</file>